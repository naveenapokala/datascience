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  <p:sldMasterId id="2147483702" r:id="rId2"/>
    <p:sldMasterId id="2147483687" r:id="rId3"/>
    <p:sldMasterId id="2147483672" r:id="rId4"/>
  </p:sldMasterIdLst>
  <p:notesMasterIdLst>
    <p:notesMasterId r:id="rId34"/>
  </p:notesMasterIdLst>
  <p:sldIdLst>
    <p:sldId id="264" r:id="rId5"/>
    <p:sldId id="265" r:id="rId6"/>
    <p:sldId id="269" r:id="rId7"/>
    <p:sldId id="268" r:id="rId8"/>
    <p:sldId id="273" r:id="rId9"/>
    <p:sldId id="275" r:id="rId10"/>
    <p:sldId id="271" r:id="rId11"/>
    <p:sldId id="274" r:id="rId12"/>
    <p:sldId id="279" r:id="rId13"/>
    <p:sldId id="298" r:id="rId14"/>
    <p:sldId id="276" r:id="rId15"/>
    <p:sldId id="280" r:id="rId16"/>
    <p:sldId id="282" r:id="rId17"/>
    <p:sldId id="283" r:id="rId18"/>
    <p:sldId id="285" r:id="rId19"/>
    <p:sldId id="286" r:id="rId20"/>
    <p:sldId id="287" r:id="rId21"/>
    <p:sldId id="288" r:id="rId22"/>
    <p:sldId id="290" r:id="rId23"/>
    <p:sldId id="297" r:id="rId24"/>
    <p:sldId id="289" r:id="rId25"/>
    <p:sldId id="291" r:id="rId26"/>
    <p:sldId id="292" r:id="rId27"/>
    <p:sldId id="281" r:id="rId28"/>
    <p:sldId id="293" r:id="rId29"/>
    <p:sldId id="295" r:id="rId30"/>
    <p:sldId id="296" r:id="rId31"/>
    <p:sldId id="299" r:id="rId32"/>
    <p:sldId id="26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664A86D-4B40-4D4D-839A-2A70250C28A9}">
          <p14:sldIdLst>
            <p14:sldId id="264"/>
            <p14:sldId id="265"/>
            <p14:sldId id="269"/>
            <p14:sldId id="268"/>
            <p14:sldId id="273"/>
            <p14:sldId id="275"/>
            <p14:sldId id="271"/>
            <p14:sldId id="274"/>
            <p14:sldId id="279"/>
            <p14:sldId id="298"/>
            <p14:sldId id="276"/>
            <p14:sldId id="280"/>
            <p14:sldId id="282"/>
            <p14:sldId id="283"/>
            <p14:sldId id="285"/>
            <p14:sldId id="286"/>
            <p14:sldId id="287"/>
            <p14:sldId id="288"/>
            <p14:sldId id="290"/>
            <p14:sldId id="297"/>
            <p14:sldId id="289"/>
            <p14:sldId id="291"/>
            <p14:sldId id="292"/>
            <p14:sldId id="281"/>
            <p14:sldId id="293"/>
            <p14:sldId id="295"/>
            <p14:sldId id="296"/>
            <p14:sldId id="299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514811-9E2A-3DD7-BF0F-870F4BA89F67}" v="7" dt="2025-12-03T04:18:2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uwen Nong" userId="S::x_nong@uncg.edu::4b51c1ba-52c8-41fd-b101-7f0830dd6e43" providerId="AD" clId="Web-{155A7A04-8FB7-DF8C-4394-92741953F684}"/>
    <pc:docChg chg="modSld">
      <pc:chgData name="Xiuwen Nong" userId="S::x_nong@uncg.edu::4b51c1ba-52c8-41fd-b101-7f0830dd6e43" providerId="AD" clId="Web-{155A7A04-8FB7-DF8C-4394-92741953F684}" dt="2025-11-25T15:02:16.614" v="121" actId="1076"/>
      <pc:docMkLst>
        <pc:docMk/>
      </pc:docMkLst>
      <pc:sldChg chg="modSp">
        <pc:chgData name="Xiuwen Nong" userId="S::x_nong@uncg.edu::4b51c1ba-52c8-41fd-b101-7f0830dd6e43" providerId="AD" clId="Web-{155A7A04-8FB7-DF8C-4394-92741953F684}" dt="2025-11-25T13:44:48.515" v="1" actId="20577"/>
        <pc:sldMkLst>
          <pc:docMk/>
          <pc:sldMk cId="4121454643" sldId="264"/>
        </pc:sldMkLst>
        <pc:spChg chg="mod">
          <ac:chgData name="Xiuwen Nong" userId="S::x_nong@uncg.edu::4b51c1ba-52c8-41fd-b101-7f0830dd6e43" providerId="AD" clId="Web-{155A7A04-8FB7-DF8C-4394-92741953F684}" dt="2025-11-25T13:44:48.515" v="1" actId="20577"/>
          <ac:spMkLst>
            <pc:docMk/>
            <pc:sldMk cId="4121454643" sldId="264"/>
            <ac:spMk id="3" creationId="{7D263BDA-B0AB-8149-6E73-B477CCF22582}"/>
          </ac:spMkLst>
        </pc:spChg>
      </pc:sldChg>
      <pc:sldChg chg="modSp">
        <pc:chgData name="Xiuwen Nong" userId="S::x_nong@uncg.edu::4b51c1ba-52c8-41fd-b101-7f0830dd6e43" providerId="AD" clId="Web-{155A7A04-8FB7-DF8C-4394-92741953F684}" dt="2025-11-25T13:47:19.692" v="2" actId="20577"/>
        <pc:sldMkLst>
          <pc:docMk/>
          <pc:sldMk cId="2975872311" sldId="292"/>
        </pc:sldMkLst>
        <pc:spChg chg="mod">
          <ac:chgData name="Xiuwen Nong" userId="S::x_nong@uncg.edu::4b51c1ba-52c8-41fd-b101-7f0830dd6e43" providerId="AD" clId="Web-{155A7A04-8FB7-DF8C-4394-92741953F684}" dt="2025-11-25T13:47:19.692" v="2" actId="20577"/>
          <ac:spMkLst>
            <pc:docMk/>
            <pc:sldMk cId="2975872311" sldId="292"/>
            <ac:spMk id="3" creationId="{2FEACE8D-38C7-C86E-AF1B-DBCAEF757459}"/>
          </ac:spMkLst>
        </pc:spChg>
      </pc:sldChg>
      <pc:sldChg chg="addSp delSp modSp">
        <pc:chgData name="Xiuwen Nong" userId="S::x_nong@uncg.edu::4b51c1ba-52c8-41fd-b101-7f0830dd6e43" providerId="AD" clId="Web-{155A7A04-8FB7-DF8C-4394-92741953F684}" dt="2025-11-25T15:02:16.614" v="121" actId="1076"/>
        <pc:sldMkLst>
          <pc:docMk/>
          <pc:sldMk cId="3058201428" sldId="296"/>
        </pc:sldMkLst>
        <pc:picChg chg="add mod">
          <ac:chgData name="Xiuwen Nong" userId="S::x_nong@uncg.edu::4b51c1ba-52c8-41fd-b101-7f0830dd6e43" providerId="AD" clId="Web-{155A7A04-8FB7-DF8C-4394-92741953F684}" dt="2025-11-25T15:02:16.614" v="121" actId="1076"/>
          <ac:picMkLst>
            <pc:docMk/>
            <pc:sldMk cId="3058201428" sldId="296"/>
            <ac:picMk id="5" creationId="{7AEC3C13-030F-85E3-CEDB-193ACFA52DB7}"/>
          </ac:picMkLst>
        </pc:picChg>
        <pc:picChg chg="add mod">
          <ac:chgData name="Xiuwen Nong" userId="S::x_nong@uncg.edu::4b51c1ba-52c8-41fd-b101-7f0830dd6e43" providerId="AD" clId="Web-{155A7A04-8FB7-DF8C-4394-92741953F684}" dt="2025-11-25T15:01:58.363" v="115" actId="14100"/>
          <ac:picMkLst>
            <pc:docMk/>
            <pc:sldMk cId="3058201428" sldId="296"/>
            <ac:picMk id="8" creationId="{87BB66CE-9A69-BAF5-9849-D4A4D96AD898}"/>
          </ac:picMkLst>
        </pc:picChg>
      </pc:sldChg>
      <pc:sldChg chg="addSp delSp modSp">
        <pc:chgData name="Xiuwen Nong" userId="S::x_nong@uncg.edu::4b51c1ba-52c8-41fd-b101-7f0830dd6e43" providerId="AD" clId="Web-{155A7A04-8FB7-DF8C-4394-92741953F684}" dt="2025-11-25T14:52:06.290" v="102" actId="20577"/>
        <pc:sldMkLst>
          <pc:docMk/>
          <pc:sldMk cId="3039073355" sldId="298"/>
        </pc:sldMkLst>
        <pc:spChg chg="mod">
          <ac:chgData name="Xiuwen Nong" userId="S::x_nong@uncg.edu::4b51c1ba-52c8-41fd-b101-7f0830dd6e43" providerId="AD" clId="Web-{155A7A04-8FB7-DF8C-4394-92741953F684}" dt="2025-11-25T13:53:53.151" v="11" actId="1076"/>
          <ac:spMkLst>
            <pc:docMk/>
            <pc:sldMk cId="3039073355" sldId="298"/>
            <ac:spMk id="2" creationId="{C583AE71-B9BD-FFDC-9E91-CD17721C91AB}"/>
          </ac:spMkLst>
        </pc:spChg>
        <pc:spChg chg="add mod">
          <ac:chgData name="Xiuwen Nong" userId="S::x_nong@uncg.edu::4b51c1ba-52c8-41fd-b101-7f0830dd6e43" providerId="AD" clId="Web-{155A7A04-8FB7-DF8C-4394-92741953F684}" dt="2025-11-25T14:52:06.290" v="102" actId="20577"/>
          <ac:spMkLst>
            <pc:docMk/>
            <pc:sldMk cId="3039073355" sldId="298"/>
            <ac:spMk id="5" creationId="{1F2DA21D-893F-C668-CB46-8633059499A6}"/>
          </ac:spMkLst>
        </pc:spChg>
        <pc:picChg chg="add mod ord">
          <ac:chgData name="Xiuwen Nong" userId="S::x_nong@uncg.edu::4b51c1ba-52c8-41fd-b101-7f0830dd6e43" providerId="AD" clId="Web-{155A7A04-8FB7-DF8C-4394-92741953F684}" dt="2025-11-25T14:09:44.575" v="27" actId="1076"/>
          <ac:picMkLst>
            <pc:docMk/>
            <pc:sldMk cId="3039073355" sldId="298"/>
            <ac:picMk id="4" creationId="{3CBCB26D-F29E-8858-43B8-E61E5D607C46}"/>
          </ac:picMkLst>
        </pc:picChg>
      </pc:sldChg>
    </pc:docChg>
  </pc:docChgLst>
  <pc:docChgLst>
    <pc:chgData name="Naveena Pokala" userId="S::n_pokala@uncg.edu::5bec4ecf-9841-46b4-8e4a-bc8230a11f38" providerId="AD" clId="Web-{43BBAF49-36E2-2EC5-FB19-A42AEDB0EAB1}"/>
    <pc:docChg chg="modSld">
      <pc:chgData name="Naveena Pokala" userId="S::n_pokala@uncg.edu::5bec4ecf-9841-46b4-8e4a-bc8230a11f38" providerId="AD" clId="Web-{43BBAF49-36E2-2EC5-FB19-A42AEDB0EAB1}" dt="2025-11-25T00:14:13.083" v="153" actId="1076"/>
      <pc:docMkLst>
        <pc:docMk/>
      </pc:docMkLst>
      <pc:sldChg chg="addSp modSp">
        <pc:chgData name="Naveena Pokala" userId="S::n_pokala@uncg.edu::5bec4ecf-9841-46b4-8e4a-bc8230a11f38" providerId="AD" clId="Web-{43BBAF49-36E2-2EC5-FB19-A42AEDB0EAB1}" dt="2025-11-24T23:45:59.701" v="120" actId="14100"/>
        <pc:sldMkLst>
          <pc:docMk/>
          <pc:sldMk cId="3372185569" sldId="288"/>
        </pc:sldMkLst>
        <pc:spChg chg="mod">
          <ac:chgData name="Naveena Pokala" userId="S::n_pokala@uncg.edu::5bec4ecf-9841-46b4-8e4a-bc8230a11f38" providerId="AD" clId="Web-{43BBAF49-36E2-2EC5-FB19-A42AEDB0EAB1}" dt="2025-11-24T23:39:29.671" v="4" actId="14100"/>
          <ac:spMkLst>
            <pc:docMk/>
            <pc:sldMk cId="3372185569" sldId="288"/>
            <ac:spMk id="2" creationId="{1996920F-0383-6C90-1BB8-4FC58BB407C0}"/>
          </ac:spMkLst>
        </pc:spChg>
        <pc:spChg chg="mod">
          <ac:chgData name="Naveena Pokala" userId="S::n_pokala@uncg.edu::5bec4ecf-9841-46b4-8e4a-bc8230a11f38" providerId="AD" clId="Web-{43BBAF49-36E2-2EC5-FB19-A42AEDB0EAB1}" dt="2025-11-24T23:45:54.716" v="118" actId="14100"/>
          <ac:spMkLst>
            <pc:docMk/>
            <pc:sldMk cId="3372185569" sldId="288"/>
            <ac:spMk id="3" creationId="{212EE993-6236-F5E2-AA46-D46B1B2CF764}"/>
          </ac:spMkLst>
        </pc:spChg>
        <pc:picChg chg="add mod">
          <ac:chgData name="Naveena Pokala" userId="S::n_pokala@uncg.edu::5bec4ecf-9841-46b4-8e4a-bc8230a11f38" providerId="AD" clId="Web-{43BBAF49-36E2-2EC5-FB19-A42AEDB0EAB1}" dt="2025-11-24T23:45:59.701" v="120" actId="14100"/>
          <ac:picMkLst>
            <pc:docMk/>
            <pc:sldMk cId="3372185569" sldId="288"/>
            <ac:picMk id="4" creationId="{BE9702ED-ADFA-C1AC-41E7-43196DD4671B}"/>
          </ac:picMkLst>
        </pc:picChg>
      </pc:sldChg>
      <pc:sldChg chg="addSp delSp modSp">
        <pc:chgData name="Naveena Pokala" userId="S::n_pokala@uncg.edu::5bec4ecf-9841-46b4-8e4a-bc8230a11f38" providerId="AD" clId="Web-{43BBAF49-36E2-2EC5-FB19-A42AEDB0EAB1}" dt="2025-11-25T00:14:13.083" v="153" actId="1076"/>
        <pc:sldMkLst>
          <pc:docMk/>
          <pc:sldMk cId="989100945" sldId="295"/>
        </pc:sldMkLst>
        <pc:spChg chg="mod">
          <ac:chgData name="Naveena Pokala" userId="S::n_pokala@uncg.edu::5bec4ecf-9841-46b4-8e4a-bc8230a11f38" providerId="AD" clId="Web-{43BBAF49-36E2-2EC5-FB19-A42AEDB0EAB1}" dt="2025-11-25T00:10:35.651" v="123" actId="14100"/>
          <ac:spMkLst>
            <pc:docMk/>
            <pc:sldMk cId="989100945" sldId="295"/>
            <ac:spMk id="2" creationId="{E6B6F3EB-F4E6-D81F-903E-3133A706E0B8}"/>
          </ac:spMkLst>
        </pc:spChg>
      </pc:sldChg>
    </pc:docChg>
  </pc:docChgLst>
  <pc:docChgLst>
    <pc:chgData name="Naveena Pokala" userId="S::n_pokala@uncg.edu::5bec4ecf-9841-46b4-8e4a-bc8230a11f38" providerId="AD" clId="Web-{6C1540A7-0EEC-FB1C-BBF1-7B7507F0786A}"/>
    <pc:docChg chg="modSld">
      <pc:chgData name="Naveena Pokala" userId="S::n_pokala@uncg.edu::5bec4ecf-9841-46b4-8e4a-bc8230a11f38" providerId="AD" clId="Web-{6C1540A7-0EEC-FB1C-BBF1-7B7507F0786A}" dt="2025-11-25T01:52:40.285" v="8" actId="14100"/>
      <pc:docMkLst>
        <pc:docMk/>
      </pc:docMkLst>
      <pc:sldChg chg="addSp delSp modSp">
        <pc:chgData name="Naveena Pokala" userId="S::n_pokala@uncg.edu::5bec4ecf-9841-46b4-8e4a-bc8230a11f38" providerId="AD" clId="Web-{6C1540A7-0EEC-FB1C-BBF1-7B7507F0786A}" dt="2025-11-25T01:52:40.285" v="8" actId="14100"/>
        <pc:sldMkLst>
          <pc:docMk/>
          <pc:sldMk cId="566665169" sldId="290"/>
        </pc:sldMkLst>
      </pc:sldChg>
    </pc:docChg>
  </pc:docChgLst>
  <pc:docChgLst>
    <pc:chgData name="Riya Desai" userId="S::r_desai3@uncg.edu::608186de-8a5a-423f-98d0-386e444e7c90" providerId="AD" clId="Web-{2017DD97-0F6A-532A-D7C8-8C8982AB8D66}"/>
    <pc:docChg chg="modSld">
      <pc:chgData name="Riya Desai" userId="S::r_desai3@uncg.edu::608186de-8a5a-423f-98d0-386e444e7c90" providerId="AD" clId="Web-{2017DD97-0F6A-532A-D7C8-8C8982AB8D66}" dt="2025-11-25T17:36:28.836" v="31" actId="1076"/>
      <pc:docMkLst>
        <pc:docMk/>
      </pc:docMkLst>
      <pc:sldChg chg="modSp">
        <pc:chgData name="Riya Desai" userId="S::r_desai3@uncg.edu::608186de-8a5a-423f-98d0-386e444e7c90" providerId="AD" clId="Web-{2017DD97-0F6A-532A-D7C8-8C8982AB8D66}" dt="2025-11-25T17:35:32.101" v="29" actId="20577"/>
        <pc:sldMkLst>
          <pc:docMk/>
          <pc:sldMk cId="4121454643" sldId="264"/>
        </pc:sldMkLst>
        <pc:spChg chg="mod">
          <ac:chgData name="Riya Desai" userId="S::r_desai3@uncg.edu::608186de-8a5a-423f-98d0-386e444e7c90" providerId="AD" clId="Web-{2017DD97-0F6A-532A-D7C8-8C8982AB8D66}" dt="2025-11-25T17:35:32.101" v="29" actId="20577"/>
          <ac:spMkLst>
            <pc:docMk/>
            <pc:sldMk cId="4121454643" sldId="264"/>
            <ac:spMk id="2" creationId="{7B8EAFB2-F866-1CFF-DC0D-3DD27FE531A0}"/>
          </ac:spMkLst>
        </pc:spChg>
      </pc:sldChg>
      <pc:sldChg chg="modSp">
        <pc:chgData name="Riya Desai" userId="S::r_desai3@uncg.edu::608186de-8a5a-423f-98d0-386e444e7c90" providerId="AD" clId="Web-{2017DD97-0F6A-532A-D7C8-8C8982AB8D66}" dt="2025-11-25T17:36:28.836" v="31" actId="1076"/>
        <pc:sldMkLst>
          <pc:docMk/>
          <pc:sldMk cId="3161771444" sldId="299"/>
        </pc:sldMkLst>
        <pc:spChg chg="mod">
          <ac:chgData name="Riya Desai" userId="S::r_desai3@uncg.edu::608186de-8a5a-423f-98d0-386e444e7c90" providerId="AD" clId="Web-{2017DD97-0F6A-532A-D7C8-8C8982AB8D66}" dt="2025-11-25T17:36:28.836" v="31" actId="1076"/>
          <ac:spMkLst>
            <pc:docMk/>
            <pc:sldMk cId="3161771444" sldId="299"/>
            <ac:spMk id="2" creationId="{C555C041-34DB-14B8-2CC1-D393CE33FEF5}"/>
          </ac:spMkLst>
        </pc:spChg>
      </pc:sldChg>
    </pc:docChg>
  </pc:docChgLst>
  <pc:docChgLst>
    <pc:chgData name="Riya Desai" userId="S::r_desai3@uncg.edu::608186de-8a5a-423f-98d0-386e444e7c90" providerId="AD" clId="Web-{822EAE86-CCAC-BB6C-F2E7-CF934EAA55AF}"/>
    <pc:docChg chg="addSld delSld modSld sldOrd modSection">
      <pc:chgData name="Riya Desai" userId="S::r_desai3@uncg.edu::608186de-8a5a-423f-98d0-386e444e7c90" providerId="AD" clId="Web-{822EAE86-CCAC-BB6C-F2E7-CF934EAA55AF}" dt="2025-11-25T01:11:31.321" v="822" actId="14100"/>
      <pc:docMkLst>
        <pc:docMk/>
      </pc:docMkLst>
      <pc:sldChg chg="modSp">
        <pc:chgData name="Riya Desai" userId="S::r_desai3@uncg.edu::608186de-8a5a-423f-98d0-386e444e7c90" providerId="AD" clId="Web-{822EAE86-CCAC-BB6C-F2E7-CF934EAA55AF}" dt="2025-11-24T19:40:14.984" v="534" actId="20577"/>
        <pc:sldMkLst>
          <pc:docMk/>
          <pc:sldMk cId="4121454643" sldId="264"/>
        </pc:sldMkLst>
        <pc:spChg chg="mod">
          <ac:chgData name="Riya Desai" userId="S::r_desai3@uncg.edu::608186de-8a5a-423f-98d0-386e444e7c90" providerId="AD" clId="Web-{822EAE86-CCAC-BB6C-F2E7-CF934EAA55AF}" dt="2025-11-24T19:40:14.984" v="534" actId="20577"/>
          <ac:spMkLst>
            <pc:docMk/>
            <pc:sldMk cId="4121454643" sldId="264"/>
            <ac:spMk id="3" creationId="{7D263BDA-B0AB-8149-6E73-B477CCF22582}"/>
          </ac:spMkLst>
        </pc:spChg>
      </pc:sldChg>
      <pc:sldChg chg="modSp ord">
        <pc:chgData name="Riya Desai" userId="S::r_desai3@uncg.edu::608186de-8a5a-423f-98d0-386e444e7c90" providerId="AD" clId="Web-{822EAE86-CCAC-BB6C-F2E7-CF934EAA55AF}" dt="2025-11-24T19:40:29.124" v="538" actId="20577"/>
        <pc:sldMkLst>
          <pc:docMk/>
          <pc:sldMk cId="461966939" sldId="265"/>
        </pc:sldMkLst>
        <pc:spChg chg="mod">
          <ac:chgData name="Riya Desai" userId="S::r_desai3@uncg.edu::608186de-8a5a-423f-98d0-386e444e7c90" providerId="AD" clId="Web-{822EAE86-CCAC-BB6C-F2E7-CF934EAA55AF}" dt="2025-11-24T19:40:29.124" v="538" actId="20577"/>
          <ac:spMkLst>
            <pc:docMk/>
            <pc:sldMk cId="461966939" sldId="265"/>
            <ac:spMk id="2" creationId="{54D1B20A-3D73-FD2B-351D-4C6E5920C1D9}"/>
          </ac:spMkLst>
        </pc:spChg>
      </pc:sldChg>
      <pc:sldChg chg="modSp">
        <pc:chgData name="Riya Desai" userId="S::r_desai3@uncg.edu::608186de-8a5a-423f-98d0-386e444e7c90" providerId="AD" clId="Web-{822EAE86-CCAC-BB6C-F2E7-CF934EAA55AF}" dt="2025-11-24T18:47:52.208" v="527" actId="20577"/>
        <pc:sldMkLst>
          <pc:docMk/>
          <pc:sldMk cId="271689839" sldId="267"/>
        </pc:sldMkLst>
        <pc:spChg chg="mod">
          <ac:chgData name="Riya Desai" userId="S::r_desai3@uncg.edu::608186de-8a5a-423f-98d0-386e444e7c90" providerId="AD" clId="Web-{822EAE86-CCAC-BB6C-F2E7-CF934EAA55AF}" dt="2025-11-24T18:47:52.208" v="527" actId="20577"/>
          <ac:spMkLst>
            <pc:docMk/>
            <pc:sldMk cId="271689839" sldId="267"/>
            <ac:spMk id="2" creationId="{A01E6FF3-6F23-CED7-CA8F-179DEF000F0C}"/>
          </ac:spMkLst>
        </pc:spChg>
      </pc:sldChg>
      <pc:sldChg chg="delSp modSp">
        <pc:chgData name="Riya Desai" userId="S::r_desai3@uncg.edu::608186de-8a5a-423f-98d0-386e444e7c90" providerId="AD" clId="Web-{822EAE86-CCAC-BB6C-F2E7-CF934EAA55AF}" dt="2025-11-24T19:41:37.717" v="551" actId="1076"/>
        <pc:sldMkLst>
          <pc:docMk/>
          <pc:sldMk cId="4019655245" sldId="268"/>
        </pc:sldMkLst>
        <pc:spChg chg="mod">
          <ac:chgData name="Riya Desai" userId="S::r_desai3@uncg.edu::608186de-8a5a-423f-98d0-386e444e7c90" providerId="AD" clId="Web-{822EAE86-CCAC-BB6C-F2E7-CF934EAA55AF}" dt="2025-11-24T19:41:27.155" v="545" actId="20577"/>
          <ac:spMkLst>
            <pc:docMk/>
            <pc:sldMk cId="4019655245" sldId="268"/>
            <ac:spMk id="3" creationId="{BC33A8BA-4551-03F4-04EB-FF731F50E91A}"/>
          </ac:spMkLst>
        </pc:spChg>
        <pc:picChg chg="mod">
          <ac:chgData name="Riya Desai" userId="S::r_desai3@uncg.edu::608186de-8a5a-423f-98d0-386e444e7c90" providerId="AD" clId="Web-{822EAE86-CCAC-BB6C-F2E7-CF934EAA55AF}" dt="2025-11-24T19:41:37.717" v="551" actId="1076"/>
          <ac:picMkLst>
            <pc:docMk/>
            <pc:sldMk cId="4019655245" sldId="268"/>
            <ac:picMk id="7" creationId="{120D10CF-DA99-40D6-BCD9-10DEA6086FE6}"/>
          </ac:picMkLst>
        </pc:picChg>
      </pc:sldChg>
      <pc:sldChg chg="modSp">
        <pc:chgData name="Riya Desai" userId="S::r_desai3@uncg.edu::608186de-8a5a-423f-98d0-386e444e7c90" providerId="AD" clId="Web-{822EAE86-CCAC-BB6C-F2E7-CF934EAA55AF}" dt="2025-11-25T01:11:31.321" v="822" actId="14100"/>
        <pc:sldMkLst>
          <pc:docMk/>
          <pc:sldMk cId="413901146" sldId="269"/>
        </pc:sldMkLst>
        <pc:spChg chg="mod">
          <ac:chgData name="Riya Desai" userId="S::r_desai3@uncg.edu::608186de-8a5a-423f-98d0-386e444e7c90" providerId="AD" clId="Web-{822EAE86-CCAC-BB6C-F2E7-CF934EAA55AF}" dt="2025-11-25T01:11:31.321" v="822" actId="14100"/>
          <ac:spMkLst>
            <pc:docMk/>
            <pc:sldMk cId="413901146" sldId="269"/>
            <ac:spMk id="3" creationId="{889DC922-7C24-CC97-F2B4-F364CCE718C8}"/>
          </ac:spMkLst>
        </pc:spChg>
      </pc:sldChg>
      <pc:sldChg chg="addSp modSp">
        <pc:chgData name="Riya Desai" userId="S::r_desai3@uncg.edu::608186de-8a5a-423f-98d0-386e444e7c90" providerId="AD" clId="Web-{822EAE86-CCAC-BB6C-F2E7-CF934EAA55AF}" dt="2025-11-24T19:48:27.934" v="625" actId="20577"/>
        <pc:sldMkLst>
          <pc:docMk/>
          <pc:sldMk cId="3136395319" sldId="273"/>
        </pc:sldMkLst>
        <pc:spChg chg="mod">
          <ac:chgData name="Riya Desai" userId="S::r_desai3@uncg.edu::608186de-8a5a-423f-98d0-386e444e7c90" providerId="AD" clId="Web-{822EAE86-CCAC-BB6C-F2E7-CF934EAA55AF}" dt="2025-11-24T19:45:22.951" v="612" actId="1076"/>
          <ac:spMkLst>
            <pc:docMk/>
            <pc:sldMk cId="3136395319" sldId="273"/>
            <ac:spMk id="2" creationId="{C9186D29-E5CC-A906-C5A5-A6A7EBBAE90E}"/>
          </ac:spMkLst>
        </pc:spChg>
        <pc:spChg chg="mod">
          <ac:chgData name="Riya Desai" userId="S::r_desai3@uncg.edu::608186de-8a5a-423f-98d0-386e444e7c90" providerId="AD" clId="Web-{822EAE86-CCAC-BB6C-F2E7-CF934EAA55AF}" dt="2025-11-24T19:48:27.934" v="625" actId="20577"/>
          <ac:spMkLst>
            <pc:docMk/>
            <pc:sldMk cId="3136395319" sldId="273"/>
            <ac:spMk id="3" creationId="{6FD49E06-C1B5-FD1B-9E65-0F8399D7B9CF}"/>
          </ac:spMkLst>
        </pc:spChg>
        <pc:picChg chg="add mod">
          <ac:chgData name="Riya Desai" userId="S::r_desai3@uncg.edu::608186de-8a5a-423f-98d0-386e444e7c90" providerId="AD" clId="Web-{822EAE86-CCAC-BB6C-F2E7-CF934EAA55AF}" dt="2025-11-24T19:46:13.732" v="620" actId="1076"/>
          <ac:picMkLst>
            <pc:docMk/>
            <pc:sldMk cId="3136395319" sldId="273"/>
            <ac:picMk id="5" creationId="{81A65308-0E40-37F6-596C-5E7F5FD7E67F}"/>
          </ac:picMkLst>
        </pc:picChg>
        <pc:picChg chg="add mod">
          <ac:chgData name="Riya Desai" userId="S::r_desai3@uncg.edu::608186de-8a5a-423f-98d0-386e444e7c90" providerId="AD" clId="Web-{822EAE86-CCAC-BB6C-F2E7-CF934EAA55AF}" dt="2025-11-24T19:46:06.903" v="619" actId="1076"/>
          <ac:picMkLst>
            <pc:docMk/>
            <pc:sldMk cId="3136395319" sldId="273"/>
            <ac:picMk id="6" creationId="{DEC8FDE8-A319-ECBA-1BD3-993C541EA7FA}"/>
          </ac:picMkLst>
        </pc:picChg>
      </pc:sldChg>
      <pc:sldChg chg="addSp delSp modSp">
        <pc:chgData name="Riya Desai" userId="S::r_desai3@uncg.edu::608186de-8a5a-423f-98d0-386e444e7c90" providerId="AD" clId="Web-{822EAE86-CCAC-BB6C-F2E7-CF934EAA55AF}" dt="2025-11-24T19:54:11.809" v="724"/>
        <pc:sldMkLst>
          <pc:docMk/>
          <pc:sldMk cId="1135453176" sldId="276"/>
        </pc:sldMkLst>
        <pc:spChg chg="mod">
          <ac:chgData name="Riya Desai" userId="S::r_desai3@uncg.edu::608186de-8a5a-423f-98d0-386e444e7c90" providerId="AD" clId="Web-{822EAE86-CCAC-BB6C-F2E7-CF934EAA55AF}" dt="2025-11-24T19:49:30.965" v="627" actId="20577"/>
          <ac:spMkLst>
            <pc:docMk/>
            <pc:sldMk cId="1135453176" sldId="276"/>
            <ac:spMk id="2" creationId="{1FE0175F-ACF7-800E-22A4-02CA5BF06E85}"/>
          </ac:spMkLst>
        </pc:spChg>
        <pc:spChg chg="add mod">
          <ac:chgData name="Riya Desai" userId="S::r_desai3@uncg.edu::608186de-8a5a-423f-98d0-386e444e7c90" providerId="AD" clId="Web-{822EAE86-CCAC-BB6C-F2E7-CF934EAA55AF}" dt="2025-11-24T19:50:59.090" v="719" actId="14100"/>
          <ac:spMkLst>
            <pc:docMk/>
            <pc:sldMk cId="1135453176" sldId="276"/>
            <ac:spMk id="3" creationId="{56AED79F-57A0-668E-9CCD-ECE9D2D035B0}"/>
          </ac:spMkLst>
        </pc:spChg>
        <pc:picChg chg="add mod">
          <ac:chgData name="Riya Desai" userId="S::r_desai3@uncg.edu::608186de-8a5a-423f-98d0-386e444e7c90" providerId="AD" clId="Web-{822EAE86-CCAC-BB6C-F2E7-CF934EAA55AF}" dt="2025-11-24T19:54:01.277" v="722" actId="1076"/>
          <ac:picMkLst>
            <pc:docMk/>
            <pc:sldMk cId="1135453176" sldId="276"/>
            <ac:picMk id="5" creationId="{C5E5A1E1-5618-1F16-3B41-FC0AE09C2C2A}"/>
          </ac:picMkLst>
        </pc:picChg>
      </pc:sldChg>
      <pc:sldChg chg="ord">
        <pc:chgData name="Riya Desai" userId="S::r_desai3@uncg.edu::608186de-8a5a-423f-98d0-386e444e7c90" providerId="AD" clId="Web-{822EAE86-CCAC-BB6C-F2E7-CF934EAA55AF}" dt="2025-11-24T19:50:26.965" v="713"/>
        <pc:sldMkLst>
          <pc:docMk/>
          <pc:sldMk cId="20976538" sldId="279"/>
        </pc:sldMkLst>
      </pc:sldChg>
      <pc:sldChg chg="ord">
        <pc:chgData name="Riya Desai" userId="S::r_desai3@uncg.edu::608186de-8a5a-423f-98d0-386e444e7c90" providerId="AD" clId="Web-{822EAE86-CCAC-BB6C-F2E7-CF934EAA55AF}" dt="2025-11-24T19:48:08.700" v="623"/>
        <pc:sldMkLst>
          <pc:docMk/>
          <pc:sldMk cId="3511894194" sldId="280"/>
        </pc:sldMkLst>
      </pc:sldChg>
      <pc:sldChg chg="modSp add ord replId">
        <pc:chgData name="Riya Desai" userId="S::r_desai3@uncg.edu::608186de-8a5a-423f-98d0-386e444e7c90" providerId="AD" clId="Web-{822EAE86-CCAC-BB6C-F2E7-CF934EAA55AF}" dt="2025-11-24T18:13:07.791" v="252"/>
        <pc:sldMkLst>
          <pc:docMk/>
          <pc:sldMk cId="2445631677" sldId="281"/>
        </pc:sldMkLst>
        <pc:spChg chg="mod">
          <ac:chgData name="Riya Desai" userId="S::r_desai3@uncg.edu::608186de-8a5a-423f-98d0-386e444e7c90" providerId="AD" clId="Web-{822EAE86-CCAC-BB6C-F2E7-CF934EAA55AF}" dt="2025-11-24T17:47:58.767" v="3" actId="20577"/>
          <ac:spMkLst>
            <pc:docMk/>
            <pc:sldMk cId="2445631677" sldId="281"/>
            <ac:spMk id="2" creationId="{1261B778-C0F0-28EE-6A33-D6E0BC612880}"/>
          </ac:spMkLst>
        </pc:spChg>
      </pc:sldChg>
      <pc:sldChg chg="modSp add ord replId">
        <pc:chgData name="Riya Desai" userId="S::r_desai3@uncg.edu::608186de-8a5a-423f-98d0-386e444e7c90" providerId="AD" clId="Web-{822EAE86-CCAC-BB6C-F2E7-CF934EAA55AF}" dt="2025-11-24T17:57:03.466" v="75"/>
        <pc:sldMkLst>
          <pc:docMk/>
          <pc:sldMk cId="4079943746" sldId="282"/>
        </pc:sldMkLst>
        <pc:spChg chg="mod">
          <ac:chgData name="Riya Desai" userId="S::r_desai3@uncg.edu::608186de-8a5a-423f-98d0-386e444e7c90" providerId="AD" clId="Web-{822EAE86-CCAC-BB6C-F2E7-CF934EAA55AF}" dt="2025-11-24T17:47:56.485" v="2" actId="20577"/>
          <ac:spMkLst>
            <pc:docMk/>
            <pc:sldMk cId="4079943746" sldId="282"/>
            <ac:spMk id="2" creationId="{1A773693-BDFD-577D-11F6-768B2558B085}"/>
          </ac:spMkLst>
        </pc:spChg>
      </pc:sldChg>
      <pc:sldChg chg="modSp new">
        <pc:chgData name="Riya Desai" userId="S::r_desai3@uncg.edu::608186de-8a5a-423f-98d0-386e444e7c90" providerId="AD" clId="Web-{822EAE86-CCAC-BB6C-F2E7-CF934EAA55AF}" dt="2025-11-24T20:03:34.554" v="789" actId="20577"/>
        <pc:sldMkLst>
          <pc:docMk/>
          <pc:sldMk cId="1918746582" sldId="283"/>
        </pc:sldMkLst>
        <pc:spChg chg="mod">
          <ac:chgData name="Riya Desai" userId="S::r_desai3@uncg.edu::608186de-8a5a-423f-98d0-386e444e7c90" providerId="AD" clId="Web-{822EAE86-CCAC-BB6C-F2E7-CF934EAA55AF}" dt="2025-11-24T17:50:24.310" v="14" actId="20577"/>
          <ac:spMkLst>
            <pc:docMk/>
            <pc:sldMk cId="1918746582" sldId="283"/>
            <ac:spMk id="2" creationId="{FAAAFC8E-B4CC-153D-B600-54C7DC38A51A}"/>
          </ac:spMkLst>
        </pc:spChg>
        <pc:spChg chg="mod">
          <ac:chgData name="Riya Desai" userId="S::r_desai3@uncg.edu::608186de-8a5a-423f-98d0-386e444e7c90" providerId="AD" clId="Web-{822EAE86-CCAC-BB6C-F2E7-CF934EAA55AF}" dt="2025-11-24T20:03:34.554" v="789" actId="20577"/>
          <ac:spMkLst>
            <pc:docMk/>
            <pc:sldMk cId="1918746582" sldId="283"/>
            <ac:spMk id="3" creationId="{FEDB2FEA-59EF-7782-2821-5DC450E6583F}"/>
          </ac:spMkLst>
        </pc:spChg>
      </pc:sldChg>
      <pc:sldChg chg="modSp add replId">
        <pc:chgData name="Riya Desai" userId="S::r_desai3@uncg.edu::608186de-8a5a-423f-98d0-386e444e7c90" providerId="AD" clId="Web-{822EAE86-CCAC-BB6C-F2E7-CF934EAA55AF}" dt="2025-11-24T17:57:53.874" v="81" actId="20577"/>
        <pc:sldMkLst>
          <pc:docMk/>
          <pc:sldMk cId="2241192159" sldId="285"/>
        </pc:sldMkLst>
        <pc:spChg chg="mod">
          <ac:chgData name="Riya Desai" userId="S::r_desai3@uncg.edu::608186de-8a5a-423f-98d0-386e444e7c90" providerId="AD" clId="Web-{822EAE86-CCAC-BB6C-F2E7-CF934EAA55AF}" dt="2025-11-24T17:57:53.874" v="81" actId="20577"/>
          <ac:spMkLst>
            <pc:docMk/>
            <pc:sldMk cId="2241192159" sldId="285"/>
            <ac:spMk id="3" creationId="{DA02FBEE-7BD6-64EA-54EC-236C9F51F942}"/>
          </ac:spMkLst>
        </pc:spChg>
      </pc:sldChg>
      <pc:sldChg chg="modSp add replId">
        <pc:chgData name="Riya Desai" userId="S::r_desai3@uncg.edu::608186de-8a5a-423f-98d0-386e444e7c90" providerId="AD" clId="Web-{822EAE86-CCAC-BB6C-F2E7-CF934EAA55AF}" dt="2025-11-24T18:01:33.658" v="89" actId="20577"/>
        <pc:sldMkLst>
          <pc:docMk/>
          <pc:sldMk cId="54008761" sldId="286"/>
        </pc:sldMkLst>
        <pc:spChg chg="mod">
          <ac:chgData name="Riya Desai" userId="S::r_desai3@uncg.edu::608186de-8a5a-423f-98d0-386e444e7c90" providerId="AD" clId="Web-{822EAE86-CCAC-BB6C-F2E7-CF934EAA55AF}" dt="2025-11-24T18:01:33.658" v="89" actId="20577"/>
          <ac:spMkLst>
            <pc:docMk/>
            <pc:sldMk cId="54008761" sldId="286"/>
            <ac:spMk id="3" creationId="{16124F95-22BE-EED8-C34E-A844E1D5011D}"/>
          </ac:spMkLst>
        </pc:spChg>
      </pc:sldChg>
      <pc:sldChg chg="addSp modSp add replId">
        <pc:chgData name="Riya Desai" userId="S::r_desai3@uncg.edu::608186de-8a5a-423f-98d0-386e444e7c90" providerId="AD" clId="Web-{822EAE86-CCAC-BB6C-F2E7-CF934EAA55AF}" dt="2025-11-24T18:13:44.636" v="254" actId="1076"/>
        <pc:sldMkLst>
          <pc:docMk/>
          <pc:sldMk cId="1903551477" sldId="287"/>
        </pc:sldMkLst>
        <pc:spChg chg="mod">
          <ac:chgData name="Riya Desai" userId="S::r_desai3@uncg.edu::608186de-8a5a-423f-98d0-386e444e7c90" providerId="AD" clId="Web-{822EAE86-CCAC-BB6C-F2E7-CF934EAA55AF}" dt="2025-11-24T18:04:47.464" v="103" actId="20577"/>
          <ac:spMkLst>
            <pc:docMk/>
            <pc:sldMk cId="1903551477" sldId="287"/>
            <ac:spMk id="2" creationId="{484B7478-F429-9911-C7C1-19E6305F0ED3}"/>
          </ac:spMkLst>
        </pc:spChg>
        <pc:spChg chg="mod">
          <ac:chgData name="Riya Desai" userId="S::r_desai3@uncg.edu::608186de-8a5a-423f-98d0-386e444e7c90" providerId="AD" clId="Web-{822EAE86-CCAC-BB6C-F2E7-CF934EAA55AF}" dt="2025-11-24T18:05:50.201" v="144" actId="20577"/>
          <ac:spMkLst>
            <pc:docMk/>
            <pc:sldMk cId="1903551477" sldId="287"/>
            <ac:spMk id="3" creationId="{1E8F31FF-18C1-844B-5E93-EB4F9471D419}"/>
          </ac:spMkLst>
        </pc:spChg>
        <pc:picChg chg="add mod">
          <ac:chgData name="Riya Desai" userId="S::r_desai3@uncg.edu::608186de-8a5a-423f-98d0-386e444e7c90" providerId="AD" clId="Web-{822EAE86-CCAC-BB6C-F2E7-CF934EAA55AF}" dt="2025-11-24T18:13:44.636" v="254" actId="1076"/>
          <ac:picMkLst>
            <pc:docMk/>
            <pc:sldMk cId="1903551477" sldId="287"/>
            <ac:picMk id="4" creationId="{427440EE-2EFA-5945-9379-9365FFFC5565}"/>
          </ac:picMkLst>
        </pc:picChg>
      </pc:sldChg>
      <pc:sldChg chg="delSp modSp add replId">
        <pc:chgData name="Riya Desai" userId="S::r_desai3@uncg.edu::608186de-8a5a-423f-98d0-386e444e7c90" providerId="AD" clId="Web-{822EAE86-CCAC-BB6C-F2E7-CF934EAA55AF}" dt="2025-11-24T18:06:48.626" v="161" actId="20577"/>
        <pc:sldMkLst>
          <pc:docMk/>
          <pc:sldMk cId="3372185569" sldId="288"/>
        </pc:sldMkLst>
        <pc:spChg chg="mod">
          <ac:chgData name="Riya Desai" userId="S::r_desai3@uncg.edu::608186de-8a5a-423f-98d0-386e444e7c90" providerId="AD" clId="Web-{822EAE86-CCAC-BB6C-F2E7-CF934EAA55AF}" dt="2025-11-24T18:06:42.594" v="158" actId="20577"/>
          <ac:spMkLst>
            <pc:docMk/>
            <pc:sldMk cId="3372185569" sldId="288"/>
            <ac:spMk id="2" creationId="{1996920F-0383-6C90-1BB8-4FC58BB407C0}"/>
          </ac:spMkLst>
        </pc:spChg>
        <pc:spChg chg="mod">
          <ac:chgData name="Riya Desai" userId="S::r_desai3@uncg.edu::608186de-8a5a-423f-98d0-386e444e7c90" providerId="AD" clId="Web-{822EAE86-CCAC-BB6C-F2E7-CF934EAA55AF}" dt="2025-11-24T18:06:48.626" v="161" actId="20577"/>
          <ac:spMkLst>
            <pc:docMk/>
            <pc:sldMk cId="3372185569" sldId="288"/>
            <ac:spMk id="3" creationId="{212EE993-6236-F5E2-AA46-D46B1B2CF764}"/>
          </ac:spMkLst>
        </pc:spChg>
      </pc:sldChg>
      <pc:sldChg chg="modSp add replId">
        <pc:chgData name="Riya Desai" userId="S::r_desai3@uncg.edu::608186de-8a5a-423f-98d0-386e444e7c90" providerId="AD" clId="Web-{822EAE86-CCAC-BB6C-F2E7-CF934EAA55AF}" dt="2025-11-24T18:07:15.111" v="171" actId="20577"/>
        <pc:sldMkLst>
          <pc:docMk/>
          <pc:sldMk cId="3655939884" sldId="289"/>
        </pc:sldMkLst>
        <pc:spChg chg="mod">
          <ac:chgData name="Riya Desai" userId="S::r_desai3@uncg.edu::608186de-8a5a-423f-98d0-386e444e7c90" providerId="AD" clId="Web-{822EAE86-CCAC-BB6C-F2E7-CF934EAA55AF}" dt="2025-11-24T18:07:15.111" v="171" actId="20577"/>
          <ac:spMkLst>
            <pc:docMk/>
            <pc:sldMk cId="3655939884" sldId="289"/>
            <ac:spMk id="2" creationId="{BF4598B2-7FB8-E0C1-235F-B48D78F1B079}"/>
          </ac:spMkLst>
        </pc:spChg>
      </pc:sldChg>
      <pc:sldChg chg="addSp delSp modSp add replId modNotes">
        <pc:chgData name="Riya Desai" userId="S::r_desai3@uncg.edu::608186de-8a5a-423f-98d0-386e444e7c90" providerId="AD" clId="Web-{822EAE86-CCAC-BB6C-F2E7-CF934EAA55AF}" dt="2025-11-25T01:06:16.642" v="792"/>
        <pc:sldMkLst>
          <pc:docMk/>
          <pc:sldMk cId="566665169" sldId="290"/>
        </pc:sldMkLst>
        <pc:spChg chg="mod">
          <ac:chgData name="Riya Desai" userId="S::r_desai3@uncg.edu::608186de-8a5a-423f-98d0-386e444e7c90" providerId="AD" clId="Web-{822EAE86-CCAC-BB6C-F2E7-CF934EAA55AF}" dt="2025-11-24T18:07:36.440" v="182" actId="20577"/>
          <ac:spMkLst>
            <pc:docMk/>
            <pc:sldMk cId="566665169" sldId="290"/>
            <ac:spMk id="2" creationId="{7D13E990-DDCD-EDEA-0243-2492CA661090}"/>
          </ac:spMkLst>
        </pc:spChg>
        <pc:spChg chg="mod">
          <ac:chgData name="Riya Desai" userId="S::r_desai3@uncg.edu::608186de-8a5a-423f-98d0-386e444e7c90" providerId="AD" clId="Web-{822EAE86-CCAC-BB6C-F2E7-CF934EAA55AF}" dt="2025-11-24T18:07:46.628" v="184" actId="20577"/>
          <ac:spMkLst>
            <pc:docMk/>
            <pc:sldMk cId="566665169" sldId="290"/>
            <ac:spMk id="3" creationId="{70610062-9DC2-0563-5884-8EF2CA791F95}"/>
          </ac:spMkLst>
        </pc:spChg>
        <pc:spChg chg="add mod">
          <ac:chgData name="Riya Desai" userId="S::r_desai3@uncg.edu::608186de-8a5a-423f-98d0-386e444e7c90" providerId="AD" clId="Web-{822EAE86-CCAC-BB6C-F2E7-CF934EAA55AF}" dt="2025-11-24T18:18:36.046" v="350" actId="20577"/>
          <ac:spMkLst>
            <pc:docMk/>
            <pc:sldMk cId="566665169" sldId="290"/>
            <ac:spMk id="4" creationId="{3D86CE5A-F836-0F61-9F1D-87BAF938085E}"/>
          </ac:spMkLst>
        </pc:spChg>
      </pc:sldChg>
      <pc:sldChg chg="modSp add replId">
        <pc:chgData name="Riya Desai" userId="S::r_desai3@uncg.edu::608186de-8a5a-423f-98d0-386e444e7c90" providerId="AD" clId="Web-{822EAE86-CCAC-BB6C-F2E7-CF934EAA55AF}" dt="2025-11-24T18:07:56.034" v="196" actId="20577"/>
        <pc:sldMkLst>
          <pc:docMk/>
          <pc:sldMk cId="4108602729" sldId="291"/>
        </pc:sldMkLst>
        <pc:spChg chg="mod">
          <ac:chgData name="Riya Desai" userId="S::r_desai3@uncg.edu::608186de-8a5a-423f-98d0-386e444e7c90" providerId="AD" clId="Web-{822EAE86-CCAC-BB6C-F2E7-CF934EAA55AF}" dt="2025-11-24T18:07:50.237" v="187" actId="20577"/>
          <ac:spMkLst>
            <pc:docMk/>
            <pc:sldMk cId="4108602729" sldId="291"/>
            <ac:spMk id="2" creationId="{844F6468-8EFB-B428-47F5-B5C1EA0E849D}"/>
          </ac:spMkLst>
        </pc:spChg>
        <pc:spChg chg="mod">
          <ac:chgData name="Riya Desai" userId="S::r_desai3@uncg.edu::608186de-8a5a-423f-98d0-386e444e7c90" providerId="AD" clId="Web-{822EAE86-CCAC-BB6C-F2E7-CF934EAA55AF}" dt="2025-11-24T18:07:56.034" v="196" actId="20577"/>
          <ac:spMkLst>
            <pc:docMk/>
            <pc:sldMk cId="4108602729" sldId="291"/>
            <ac:spMk id="3" creationId="{79B1D140-10F1-1ACF-5A05-F4E62CF3E8F0}"/>
          </ac:spMkLst>
        </pc:spChg>
      </pc:sldChg>
      <pc:sldChg chg="modSp add replId">
        <pc:chgData name="Riya Desai" userId="S::r_desai3@uncg.edu::608186de-8a5a-423f-98d0-386e444e7c90" providerId="AD" clId="Web-{822EAE86-CCAC-BB6C-F2E7-CF934EAA55AF}" dt="2025-11-24T18:08:05.128" v="202" actId="20577"/>
        <pc:sldMkLst>
          <pc:docMk/>
          <pc:sldMk cId="2975872311" sldId="292"/>
        </pc:sldMkLst>
        <pc:spChg chg="mod">
          <ac:chgData name="Riya Desai" userId="S::r_desai3@uncg.edu::608186de-8a5a-423f-98d0-386e444e7c90" providerId="AD" clId="Web-{822EAE86-CCAC-BB6C-F2E7-CF934EAA55AF}" dt="2025-11-24T18:08:05.128" v="202" actId="20577"/>
          <ac:spMkLst>
            <pc:docMk/>
            <pc:sldMk cId="2975872311" sldId="292"/>
            <ac:spMk id="2" creationId="{719E9AA5-AB7F-8E96-9063-B95365EF6872}"/>
          </ac:spMkLst>
        </pc:spChg>
      </pc:sldChg>
      <pc:sldChg chg="addSp delSp modSp add replId">
        <pc:chgData name="Riya Desai" userId="S::r_desai3@uncg.edu::608186de-8a5a-423f-98d0-386e444e7c90" providerId="AD" clId="Web-{822EAE86-CCAC-BB6C-F2E7-CF934EAA55AF}" dt="2025-11-24T18:47:26.005" v="507" actId="20577"/>
        <pc:sldMkLst>
          <pc:docMk/>
          <pc:sldMk cId="2274091788" sldId="293"/>
        </pc:sldMkLst>
        <pc:spChg chg="mod">
          <ac:chgData name="Riya Desai" userId="S::r_desai3@uncg.edu::608186de-8a5a-423f-98d0-386e444e7c90" providerId="AD" clId="Web-{822EAE86-CCAC-BB6C-F2E7-CF934EAA55AF}" dt="2025-11-24T18:46:42.379" v="492" actId="1076"/>
          <ac:spMkLst>
            <pc:docMk/>
            <pc:sldMk cId="2274091788" sldId="293"/>
            <ac:spMk id="2" creationId="{A853E05C-838D-4F6B-8865-068D295EBA46}"/>
          </ac:spMkLst>
        </pc:spChg>
        <pc:spChg chg="mod">
          <ac:chgData name="Riya Desai" userId="S::r_desai3@uncg.edu::608186de-8a5a-423f-98d0-386e444e7c90" providerId="AD" clId="Web-{822EAE86-CCAC-BB6C-F2E7-CF934EAA55AF}" dt="2025-11-24T18:09:40.631" v="206" actId="20577"/>
          <ac:spMkLst>
            <pc:docMk/>
            <pc:sldMk cId="2274091788" sldId="293"/>
            <ac:spMk id="3" creationId="{0CDC8616-57A1-6995-8D05-17E633CE1E38}"/>
          </ac:spMkLst>
        </pc:spChg>
        <pc:spChg chg="add mod">
          <ac:chgData name="Riya Desai" userId="S::r_desai3@uncg.edu::608186de-8a5a-423f-98d0-386e444e7c90" providerId="AD" clId="Web-{822EAE86-CCAC-BB6C-F2E7-CF934EAA55AF}" dt="2025-11-24T18:47:26.005" v="507" actId="20577"/>
          <ac:spMkLst>
            <pc:docMk/>
            <pc:sldMk cId="2274091788" sldId="293"/>
            <ac:spMk id="5" creationId="{B0488118-4225-938C-AA91-99AE83DA4CBA}"/>
          </ac:spMkLst>
        </pc:spChg>
        <pc:picChg chg="add mod">
          <ac:chgData name="Riya Desai" userId="S::r_desai3@uncg.edu::608186de-8a5a-423f-98d0-386e444e7c90" providerId="AD" clId="Web-{822EAE86-CCAC-BB6C-F2E7-CF934EAA55AF}" dt="2025-11-24T18:46:49.973" v="494" actId="1076"/>
          <ac:picMkLst>
            <pc:docMk/>
            <pc:sldMk cId="2274091788" sldId="293"/>
            <ac:picMk id="6" creationId="{A96D62A7-CEAC-89DC-12CF-69B0F417964A}"/>
          </ac:picMkLst>
        </pc:picChg>
      </pc:sldChg>
      <pc:sldChg chg="modSp new">
        <pc:chgData name="Riya Desai" userId="S::r_desai3@uncg.edu::608186de-8a5a-423f-98d0-386e444e7c90" providerId="AD" clId="Web-{822EAE86-CCAC-BB6C-F2E7-CF934EAA55AF}" dt="2025-11-24T18:10:41.304" v="233" actId="20577"/>
        <pc:sldMkLst>
          <pc:docMk/>
          <pc:sldMk cId="989100945" sldId="295"/>
        </pc:sldMkLst>
        <pc:spChg chg="mod">
          <ac:chgData name="Riya Desai" userId="S::r_desai3@uncg.edu::608186de-8a5a-423f-98d0-386e444e7c90" providerId="AD" clId="Web-{822EAE86-CCAC-BB6C-F2E7-CF934EAA55AF}" dt="2025-11-24T18:10:41.304" v="233" actId="20577"/>
          <ac:spMkLst>
            <pc:docMk/>
            <pc:sldMk cId="989100945" sldId="295"/>
            <ac:spMk id="2" creationId="{E6B6F3EB-F4E6-D81F-903E-3133A706E0B8}"/>
          </ac:spMkLst>
        </pc:spChg>
      </pc:sldChg>
      <pc:sldChg chg="modSp new">
        <pc:chgData name="Riya Desai" userId="S::r_desai3@uncg.edu::608186de-8a5a-423f-98d0-386e444e7c90" providerId="AD" clId="Web-{822EAE86-CCAC-BB6C-F2E7-CF934EAA55AF}" dt="2025-11-24T18:11:23.743" v="248" actId="20577"/>
        <pc:sldMkLst>
          <pc:docMk/>
          <pc:sldMk cId="3058201428" sldId="296"/>
        </pc:sldMkLst>
        <pc:spChg chg="mod">
          <ac:chgData name="Riya Desai" userId="S::r_desai3@uncg.edu::608186de-8a5a-423f-98d0-386e444e7c90" providerId="AD" clId="Web-{822EAE86-CCAC-BB6C-F2E7-CF934EAA55AF}" dt="2025-11-24T18:11:14.883" v="245" actId="20577"/>
          <ac:spMkLst>
            <pc:docMk/>
            <pc:sldMk cId="3058201428" sldId="296"/>
            <ac:spMk id="2" creationId="{BF568C48-8909-915E-6630-DC41C8A7E3C7}"/>
          </ac:spMkLst>
        </pc:spChg>
        <pc:spChg chg="mod">
          <ac:chgData name="Riya Desai" userId="S::r_desai3@uncg.edu::608186de-8a5a-423f-98d0-386e444e7c90" providerId="AD" clId="Web-{822EAE86-CCAC-BB6C-F2E7-CF934EAA55AF}" dt="2025-11-24T18:11:23.743" v="248" actId="20577"/>
          <ac:spMkLst>
            <pc:docMk/>
            <pc:sldMk cId="3058201428" sldId="296"/>
            <ac:spMk id="3" creationId="{526401AA-5854-2984-374E-5852860E5C7A}"/>
          </ac:spMkLst>
        </pc:spChg>
      </pc:sldChg>
      <pc:sldChg chg="delSp modSp add replId">
        <pc:chgData name="Riya Desai" userId="S::r_desai3@uncg.edu::608186de-8a5a-423f-98d0-386e444e7c90" providerId="AD" clId="Web-{822EAE86-CCAC-BB6C-F2E7-CF934EAA55AF}" dt="2025-11-24T18:17:47.045" v="316" actId="1076"/>
        <pc:sldMkLst>
          <pc:docMk/>
          <pc:sldMk cId="1042014968" sldId="297"/>
        </pc:sldMkLst>
        <pc:spChg chg="mod">
          <ac:chgData name="Riya Desai" userId="S::r_desai3@uncg.edu::608186de-8a5a-423f-98d0-386e444e7c90" providerId="AD" clId="Web-{822EAE86-CCAC-BB6C-F2E7-CF934EAA55AF}" dt="2025-11-24T18:17:43.686" v="315" actId="1076"/>
          <ac:spMkLst>
            <pc:docMk/>
            <pc:sldMk cId="1042014968" sldId="297"/>
            <ac:spMk id="2" creationId="{4CDA6AE7-5B6F-0606-C851-9F14681AD83B}"/>
          </ac:spMkLst>
        </pc:spChg>
        <pc:picChg chg="mod">
          <ac:chgData name="Riya Desai" userId="S::r_desai3@uncg.edu::608186de-8a5a-423f-98d0-386e444e7c90" providerId="AD" clId="Web-{822EAE86-CCAC-BB6C-F2E7-CF934EAA55AF}" dt="2025-11-24T18:17:47.045" v="316" actId="1076"/>
          <ac:picMkLst>
            <pc:docMk/>
            <pc:sldMk cId="1042014968" sldId="297"/>
            <ac:picMk id="6" creationId="{1DAE5EDB-9425-17B7-F3CB-EEDB09EE599A}"/>
          </ac:picMkLst>
        </pc:picChg>
      </pc:sldChg>
    </pc:docChg>
  </pc:docChgLst>
  <pc:docChgLst>
    <pc:chgData name="Naveena Pokala" userId="S::n_pokala@uncg.edu::5bec4ecf-9841-46b4-8e4a-bc8230a11f38" providerId="AD" clId="Web-{8935C98C-284D-A934-6C1B-BC989EB385F2}"/>
    <pc:docChg chg="mod modSld addMainMaster delMainMaster">
      <pc:chgData name="Naveena Pokala" userId="S::n_pokala@uncg.edu::5bec4ecf-9841-46b4-8e4a-bc8230a11f38" providerId="AD" clId="Web-{8935C98C-284D-A934-6C1B-BC989EB385F2}" dt="2025-11-25T17:37:18.478" v="60" actId="14100"/>
      <pc:docMkLst>
        <pc:docMk/>
      </pc:docMkLst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4121454643" sldId="264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121454643" sldId="264"/>
            <ac:spMk id="2" creationId="{7B8EAFB2-F866-1CFF-DC0D-3DD27FE531A0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121454643" sldId="264"/>
            <ac:spMk id="3" creationId="{7D263BDA-B0AB-8149-6E73-B477CCF22582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461966939" sldId="265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61966939" sldId="265"/>
            <ac:spMk id="2" creationId="{54D1B20A-3D73-FD2B-351D-4C6E5920C1D9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7:18.478" v="60" actId="14100"/>
        <pc:sldMkLst>
          <pc:docMk/>
          <pc:sldMk cId="271689839" sldId="267"/>
        </pc:sldMkLst>
        <pc:spChg chg="mod ord">
          <ac:chgData name="Naveena Pokala" userId="S::n_pokala@uncg.edu::5bec4ecf-9841-46b4-8e4a-bc8230a11f38" providerId="AD" clId="Web-{8935C98C-284D-A934-6C1B-BC989EB385F2}" dt="2025-11-25T17:37:18.478" v="60" actId="14100"/>
          <ac:spMkLst>
            <pc:docMk/>
            <pc:sldMk cId="271689839" sldId="267"/>
            <ac:spMk id="2" creationId="{A01E6FF3-6F23-CED7-CA8F-179DEF000F0C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4019655245" sldId="268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019655245" sldId="268"/>
            <ac:spMk id="2" creationId="{D893906E-C0A1-FD47-E353-512B15830D7A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019655245" sldId="268"/>
            <ac:spMk id="3" creationId="{BC33A8BA-4551-03F4-04EB-FF731F50E91A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2:28.426" v="12" actId="14100"/>
        <pc:sldMkLst>
          <pc:docMk/>
          <pc:sldMk cId="413901146" sldId="269"/>
        </pc:sldMkLst>
        <pc:spChg chg="mod ord">
          <ac:chgData name="Naveena Pokala" userId="S::n_pokala@uncg.edu::5bec4ecf-9841-46b4-8e4a-bc8230a11f38" providerId="AD" clId="Web-{8935C98C-284D-A934-6C1B-BC989EB385F2}" dt="2025-11-25T17:32:24.847" v="11" actId="14100"/>
          <ac:spMkLst>
            <pc:docMk/>
            <pc:sldMk cId="413901146" sldId="269"/>
            <ac:spMk id="2" creationId="{48BEA34A-5737-F038-14C0-7FBD39CD4B27}"/>
          </ac:spMkLst>
        </pc:spChg>
        <pc:spChg chg="mod ord">
          <ac:chgData name="Naveena Pokala" userId="S::n_pokala@uncg.edu::5bec4ecf-9841-46b4-8e4a-bc8230a11f38" providerId="AD" clId="Web-{8935C98C-284D-A934-6C1B-BC989EB385F2}" dt="2025-11-25T17:32:28.426" v="12" actId="14100"/>
          <ac:spMkLst>
            <pc:docMk/>
            <pc:sldMk cId="413901146" sldId="269"/>
            <ac:spMk id="3" creationId="{889DC922-7C24-CC97-F2B4-F364CCE718C8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63901440" sldId="271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63901440" sldId="271"/>
            <ac:spMk id="2" creationId="{146FC0E6-70C6-4B95-B9AF-C34F46DDD9A2}"/>
          </ac:spMkLst>
        </pc:spChg>
        <pc:picChg chg="mod ord">
          <ac:chgData name="Naveena Pokala" userId="S::n_pokala@uncg.edu::5bec4ecf-9841-46b4-8e4a-bc8230a11f38" providerId="AD" clId="Web-{8935C98C-284D-A934-6C1B-BC989EB385F2}" dt="2025-11-25T17:31:40.077" v="8"/>
          <ac:picMkLst>
            <pc:docMk/>
            <pc:sldMk cId="63901440" sldId="271"/>
            <ac:picMk id="4" creationId="{2424A2C5-DA4B-4A23-8060-6C3C6B9EB063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2:40.630" v="14" actId="14100"/>
        <pc:sldMkLst>
          <pc:docMk/>
          <pc:sldMk cId="3136395319" sldId="273"/>
        </pc:sldMkLst>
        <pc:spChg chg="mod ord">
          <ac:chgData name="Naveena Pokala" userId="S::n_pokala@uncg.edu::5bec4ecf-9841-46b4-8e4a-bc8230a11f38" providerId="AD" clId="Web-{8935C98C-284D-A934-6C1B-BC989EB385F2}" dt="2025-11-25T17:32:37.036" v="13" actId="14100"/>
          <ac:spMkLst>
            <pc:docMk/>
            <pc:sldMk cId="3136395319" sldId="273"/>
            <ac:spMk id="2" creationId="{C9186D29-E5CC-A906-C5A5-A6A7EBBAE90E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136395319" sldId="273"/>
            <ac:spMk id="3" creationId="{6FD49E06-C1B5-FD1B-9E65-0F8399D7B9CF}"/>
          </ac:spMkLst>
        </pc:spChg>
        <pc:picChg chg="mod">
          <ac:chgData name="Naveena Pokala" userId="S::n_pokala@uncg.edu::5bec4ecf-9841-46b4-8e4a-bc8230a11f38" providerId="AD" clId="Web-{8935C98C-284D-A934-6C1B-BC989EB385F2}" dt="2025-11-25T17:32:40.630" v="14" actId="14100"/>
          <ac:picMkLst>
            <pc:docMk/>
            <pc:sldMk cId="3136395319" sldId="273"/>
            <ac:picMk id="5" creationId="{81A65308-0E40-37F6-596C-5E7F5FD7E67F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1436230429" sldId="274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1436230429" sldId="274"/>
            <ac:spMk id="2" creationId="{845F83DB-6E53-7A2D-7EF8-987163CDF670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1436230429" sldId="274"/>
            <ac:spMk id="3" creationId="{3790794A-7F9E-1C10-D628-DCFF5BCA8481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850273402" sldId="275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850273402" sldId="275"/>
            <ac:spMk id="2" creationId="{2EFA256E-46C0-0210-A352-558F3A375A62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850273402" sldId="275"/>
            <ac:spMk id="3" creationId="{CEA9C138-3651-6FAE-0068-A0605D0E11FA}"/>
          </ac:spMkLst>
        </pc:spChg>
        <pc:picChg chg="mod">
          <ac:chgData name="Naveena Pokala" userId="S::n_pokala@uncg.edu::5bec4ecf-9841-46b4-8e4a-bc8230a11f38" providerId="AD" clId="Web-{8935C98C-284D-A934-6C1B-BC989EB385F2}" dt="2025-11-25T17:29:58.078" v="1" actId="1076"/>
          <ac:picMkLst>
            <pc:docMk/>
            <pc:sldMk cId="850273402" sldId="275"/>
            <ac:picMk id="4" creationId="{FE39D9F7-8B0E-DADB-F5CF-B4BCB9714C9B}"/>
          </ac:picMkLst>
        </pc:picChg>
        <pc:picChg chg="mod">
          <ac:chgData name="Naveena Pokala" userId="S::n_pokala@uncg.edu::5bec4ecf-9841-46b4-8e4a-bc8230a11f38" providerId="AD" clId="Web-{8935C98C-284D-A934-6C1B-BC989EB385F2}" dt="2025-11-25T17:29:59.703" v="2" actId="1076"/>
          <ac:picMkLst>
            <pc:docMk/>
            <pc:sldMk cId="850273402" sldId="275"/>
            <ac:picMk id="6" creationId="{F6E3586D-99FA-E2D2-091C-08994C1B1516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3:48.511" v="18" actId="20577"/>
        <pc:sldMkLst>
          <pc:docMk/>
          <pc:sldMk cId="1135453176" sldId="276"/>
        </pc:sldMkLst>
        <pc:spChg chg="mod ord">
          <ac:chgData name="Naveena Pokala" userId="S::n_pokala@uncg.edu::5bec4ecf-9841-46b4-8e4a-bc8230a11f38" providerId="AD" clId="Web-{8935C98C-284D-A934-6C1B-BC989EB385F2}" dt="2025-11-25T17:33:48.511" v="18" actId="20577"/>
          <ac:spMkLst>
            <pc:docMk/>
            <pc:sldMk cId="1135453176" sldId="276"/>
            <ac:spMk id="2" creationId="{1FE0175F-ACF7-800E-22A4-02CA5BF06E85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20976538" sldId="279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0976538" sldId="279"/>
            <ac:spMk id="2" creationId="{38D7E0D2-4E35-2152-1E8C-968D6A554383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0976538" sldId="279"/>
            <ac:spMk id="3" creationId="{4FA5400E-AC30-92E5-048D-1BD2097F8B93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3511894194" sldId="280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511894194" sldId="280"/>
            <ac:spMk id="2" creationId="{BC96C00D-A7E1-60AC-DD53-652661D316B2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511894194" sldId="280"/>
            <ac:spMk id="3" creationId="{14B5C052-6038-AE6A-1697-4803FC9D8E11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2445631677" sldId="281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445631677" sldId="281"/>
            <ac:spMk id="2" creationId="{1261B778-C0F0-28EE-6A33-D6E0BC612880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4079943746" sldId="282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079943746" sldId="282"/>
            <ac:spMk id="2" creationId="{1A773693-BDFD-577D-11F6-768B2558B085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4:05.935" v="20" actId="14100"/>
        <pc:sldMkLst>
          <pc:docMk/>
          <pc:sldMk cId="1918746582" sldId="283"/>
        </pc:sldMkLst>
        <pc:spChg chg="mod ord">
          <ac:chgData name="Naveena Pokala" userId="S::n_pokala@uncg.edu::5bec4ecf-9841-46b4-8e4a-bc8230a11f38" providerId="AD" clId="Web-{8935C98C-284D-A934-6C1B-BC989EB385F2}" dt="2025-11-25T17:34:05.935" v="20" actId="14100"/>
          <ac:spMkLst>
            <pc:docMk/>
            <pc:sldMk cId="1918746582" sldId="283"/>
            <ac:spMk id="2" creationId="{FAAAFC8E-B4CC-153D-B600-54C7DC38A51A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1918746582" sldId="283"/>
            <ac:spMk id="3" creationId="{FEDB2FEA-59EF-7782-2821-5DC450E6583F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4:17.576" v="23" actId="14100"/>
        <pc:sldMkLst>
          <pc:docMk/>
          <pc:sldMk cId="2241192159" sldId="285"/>
        </pc:sldMkLst>
        <pc:spChg chg="mod ord">
          <ac:chgData name="Naveena Pokala" userId="S::n_pokala@uncg.edu::5bec4ecf-9841-46b4-8e4a-bc8230a11f38" providerId="AD" clId="Web-{8935C98C-284D-A934-6C1B-BC989EB385F2}" dt="2025-11-25T17:34:17.576" v="23" actId="14100"/>
          <ac:spMkLst>
            <pc:docMk/>
            <pc:sldMk cId="2241192159" sldId="285"/>
            <ac:spMk id="2" creationId="{B0871769-DC09-3E89-F80B-4CF9D2564992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241192159" sldId="285"/>
            <ac:spMk id="3" creationId="{DA02FBEE-7BD6-64EA-54EC-236C9F51F942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4:26.139" v="25" actId="14100"/>
        <pc:sldMkLst>
          <pc:docMk/>
          <pc:sldMk cId="54008761" sldId="286"/>
        </pc:sldMkLst>
        <pc:spChg chg="mod ord">
          <ac:chgData name="Naveena Pokala" userId="S::n_pokala@uncg.edu::5bec4ecf-9841-46b4-8e4a-bc8230a11f38" providerId="AD" clId="Web-{8935C98C-284D-A934-6C1B-BC989EB385F2}" dt="2025-11-25T17:34:26.139" v="25" actId="14100"/>
          <ac:spMkLst>
            <pc:docMk/>
            <pc:sldMk cId="54008761" sldId="286"/>
            <ac:spMk id="2" creationId="{69DCC12D-C13D-32FD-58D3-9DB63DE1E369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54008761" sldId="286"/>
            <ac:spMk id="3" creationId="{16124F95-22BE-EED8-C34E-A844E1D5011D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4:41.703" v="30" actId="1076"/>
        <pc:sldMkLst>
          <pc:docMk/>
          <pc:sldMk cId="1903551477" sldId="287"/>
        </pc:sldMkLst>
        <pc:spChg chg="mod ord">
          <ac:chgData name="Naveena Pokala" userId="S::n_pokala@uncg.edu::5bec4ecf-9841-46b4-8e4a-bc8230a11f38" providerId="AD" clId="Web-{8935C98C-284D-A934-6C1B-BC989EB385F2}" dt="2025-11-25T17:34:37.171" v="28" actId="14100"/>
          <ac:spMkLst>
            <pc:docMk/>
            <pc:sldMk cId="1903551477" sldId="287"/>
            <ac:spMk id="2" creationId="{484B7478-F429-9911-C7C1-19E6305F0ED3}"/>
          </ac:spMkLst>
        </pc:spChg>
        <pc:spChg chg="mod ord">
          <ac:chgData name="Naveena Pokala" userId="S::n_pokala@uncg.edu::5bec4ecf-9841-46b4-8e4a-bc8230a11f38" providerId="AD" clId="Web-{8935C98C-284D-A934-6C1B-BC989EB385F2}" dt="2025-11-25T17:34:39.797" v="29" actId="14100"/>
          <ac:spMkLst>
            <pc:docMk/>
            <pc:sldMk cId="1903551477" sldId="287"/>
            <ac:spMk id="3" creationId="{1E8F31FF-18C1-844B-5E93-EB4F9471D419}"/>
          </ac:spMkLst>
        </pc:spChg>
        <pc:picChg chg="mod">
          <ac:chgData name="Naveena Pokala" userId="S::n_pokala@uncg.edu::5bec4ecf-9841-46b4-8e4a-bc8230a11f38" providerId="AD" clId="Web-{8935C98C-284D-A934-6C1B-BC989EB385F2}" dt="2025-11-25T17:34:41.703" v="30" actId="1076"/>
          <ac:picMkLst>
            <pc:docMk/>
            <pc:sldMk cId="1903551477" sldId="287"/>
            <ac:picMk id="4" creationId="{427440EE-2EFA-5945-9379-9365FFFC5565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4:50.891" v="31" actId="14100"/>
        <pc:sldMkLst>
          <pc:docMk/>
          <pc:sldMk cId="3372185569" sldId="288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372185569" sldId="288"/>
            <ac:spMk id="2" creationId="{1996920F-0383-6C90-1BB8-4FC58BB407C0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372185569" sldId="288"/>
            <ac:spMk id="3" creationId="{212EE993-6236-F5E2-AA46-D46B1B2CF764}"/>
          </ac:spMkLst>
        </pc:spChg>
        <pc:picChg chg="mod">
          <ac:chgData name="Naveena Pokala" userId="S::n_pokala@uncg.edu::5bec4ecf-9841-46b4-8e4a-bc8230a11f38" providerId="AD" clId="Web-{8935C98C-284D-A934-6C1B-BC989EB385F2}" dt="2025-11-25T17:34:50.891" v="31" actId="14100"/>
          <ac:picMkLst>
            <pc:docMk/>
            <pc:sldMk cId="3372185569" sldId="288"/>
            <ac:picMk id="4" creationId="{BE9702ED-ADFA-C1AC-41E7-43196DD4671B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6:06.365" v="47" actId="1076"/>
        <pc:sldMkLst>
          <pc:docMk/>
          <pc:sldMk cId="3655939884" sldId="289"/>
        </pc:sldMkLst>
        <pc:spChg chg="mod ord">
          <ac:chgData name="Naveena Pokala" userId="S::n_pokala@uncg.edu::5bec4ecf-9841-46b4-8e4a-bc8230a11f38" providerId="AD" clId="Web-{8935C98C-284D-A934-6C1B-BC989EB385F2}" dt="2025-11-25T17:36:03.114" v="46" actId="14100"/>
          <ac:spMkLst>
            <pc:docMk/>
            <pc:sldMk cId="3655939884" sldId="289"/>
            <ac:spMk id="2" creationId="{BF4598B2-7FB8-E0C1-235F-B48D78F1B079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655939884" sldId="289"/>
            <ac:spMk id="3" creationId="{2596E39D-58CD-A165-D06C-8CFCD9356AE3}"/>
          </ac:spMkLst>
        </pc:spChg>
        <pc:picChg chg="mod">
          <ac:chgData name="Naveena Pokala" userId="S::n_pokala@uncg.edu::5bec4ecf-9841-46b4-8e4a-bc8230a11f38" providerId="AD" clId="Web-{8935C98C-284D-A934-6C1B-BC989EB385F2}" dt="2025-11-25T17:36:06.365" v="47" actId="1076"/>
          <ac:picMkLst>
            <pc:docMk/>
            <pc:sldMk cId="3655939884" sldId="289"/>
            <ac:picMk id="4" creationId="{1F8682DC-7940-76A2-D3D0-BE29B0BA958F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5:35.675" v="39" actId="14100"/>
        <pc:sldMkLst>
          <pc:docMk/>
          <pc:sldMk cId="566665169" sldId="290"/>
        </pc:sldMkLst>
        <pc:spChg chg="mod ord">
          <ac:chgData name="Naveena Pokala" userId="S::n_pokala@uncg.edu::5bec4ecf-9841-46b4-8e4a-bc8230a11f38" providerId="AD" clId="Web-{8935C98C-284D-A934-6C1B-BC989EB385F2}" dt="2025-11-25T17:35:35.675" v="39" actId="14100"/>
          <ac:spMkLst>
            <pc:docMk/>
            <pc:sldMk cId="566665169" sldId="290"/>
            <ac:spMk id="2" creationId="{7D13E990-DDCD-EDEA-0243-2492CA661090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566665169" sldId="290"/>
            <ac:spMk id="3" creationId="{70610062-9DC2-0563-5884-8EF2CA791F95}"/>
          </ac:spMkLst>
        </pc:spChg>
        <pc:spChg chg="mod">
          <ac:chgData name="Naveena Pokala" userId="S::n_pokala@uncg.edu::5bec4ecf-9841-46b4-8e4a-bc8230a11f38" providerId="AD" clId="Web-{8935C98C-284D-A934-6C1B-BC989EB385F2}" dt="2025-11-25T17:35:11.127" v="35" actId="14100"/>
          <ac:spMkLst>
            <pc:docMk/>
            <pc:sldMk cId="566665169" sldId="290"/>
            <ac:spMk id="4" creationId="{3D86CE5A-F836-0F61-9F1D-87BAF938085E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6:17.584" v="49" actId="14100"/>
        <pc:sldMkLst>
          <pc:docMk/>
          <pc:sldMk cId="4108602729" sldId="291"/>
        </pc:sldMkLst>
        <pc:spChg chg="mod ord">
          <ac:chgData name="Naveena Pokala" userId="S::n_pokala@uncg.edu::5bec4ecf-9841-46b4-8e4a-bc8230a11f38" providerId="AD" clId="Web-{8935C98C-284D-A934-6C1B-BC989EB385F2}" dt="2025-11-25T17:36:17.584" v="49" actId="14100"/>
          <ac:spMkLst>
            <pc:docMk/>
            <pc:sldMk cId="4108602729" sldId="291"/>
            <ac:spMk id="2" creationId="{844F6468-8EFB-B428-47F5-B5C1EA0E849D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4108602729" sldId="291"/>
            <ac:spMk id="3" creationId="{79B1D140-10F1-1ACF-5A05-F4E62CF3E8F0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6:24.100" v="50" actId="14100"/>
        <pc:sldMkLst>
          <pc:docMk/>
          <pc:sldMk cId="2975872311" sldId="292"/>
        </pc:sldMkLst>
        <pc:spChg chg="mod ord">
          <ac:chgData name="Naveena Pokala" userId="S::n_pokala@uncg.edu::5bec4ecf-9841-46b4-8e4a-bc8230a11f38" providerId="AD" clId="Web-{8935C98C-284D-A934-6C1B-BC989EB385F2}" dt="2025-11-25T17:36:24.100" v="50" actId="14100"/>
          <ac:spMkLst>
            <pc:docMk/>
            <pc:sldMk cId="2975872311" sldId="292"/>
            <ac:spMk id="2" creationId="{719E9AA5-AB7F-8E96-9063-B95365EF6872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975872311" sldId="292"/>
            <ac:spMk id="3" creationId="{2FEACE8D-38C7-C86E-AF1B-DBCAEF757459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6:41.835" v="53" actId="1076"/>
        <pc:sldMkLst>
          <pc:docMk/>
          <pc:sldMk cId="2274091788" sldId="293"/>
        </pc:sldMkLst>
        <pc:spChg chg="mod ord">
          <ac:chgData name="Naveena Pokala" userId="S::n_pokala@uncg.edu::5bec4ecf-9841-46b4-8e4a-bc8230a11f38" providerId="AD" clId="Web-{8935C98C-284D-A934-6C1B-BC989EB385F2}" dt="2025-11-25T17:36:38.148" v="52" actId="14100"/>
          <ac:spMkLst>
            <pc:docMk/>
            <pc:sldMk cId="2274091788" sldId="293"/>
            <ac:spMk id="2" creationId="{A853E05C-838D-4F6B-8865-068D295EBA46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2274091788" sldId="293"/>
            <ac:spMk id="3" creationId="{0CDC8616-57A1-6995-8D05-17E633CE1E38}"/>
          </ac:spMkLst>
        </pc:spChg>
        <pc:spChg chg="mod">
          <ac:chgData name="Naveena Pokala" userId="S::n_pokala@uncg.edu::5bec4ecf-9841-46b4-8e4a-bc8230a11f38" providerId="AD" clId="Web-{8935C98C-284D-A934-6C1B-BC989EB385F2}" dt="2025-11-25T17:36:34.397" v="51" actId="14100"/>
          <ac:spMkLst>
            <pc:docMk/>
            <pc:sldMk cId="2274091788" sldId="293"/>
            <ac:spMk id="5" creationId="{B0488118-4225-938C-AA91-99AE83DA4CBA}"/>
          </ac:spMkLst>
        </pc:spChg>
        <pc:picChg chg="mod">
          <ac:chgData name="Naveena Pokala" userId="S::n_pokala@uncg.edu::5bec4ecf-9841-46b4-8e4a-bc8230a11f38" providerId="AD" clId="Web-{8935C98C-284D-A934-6C1B-BC989EB385F2}" dt="2025-11-25T17:36:41.835" v="53" actId="1076"/>
          <ac:picMkLst>
            <pc:docMk/>
            <pc:sldMk cId="2274091788" sldId="293"/>
            <ac:picMk id="6" creationId="{A96D62A7-CEAC-89DC-12CF-69B0F417964A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7:06.946" v="57" actId="14100"/>
        <pc:sldMkLst>
          <pc:docMk/>
          <pc:sldMk cId="989100945" sldId="295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989100945" sldId="295"/>
            <ac:spMk id="2" creationId="{E6B6F3EB-F4E6-D81F-903E-3133A706E0B8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3058201428" sldId="296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058201428" sldId="296"/>
            <ac:spMk id="2" creationId="{BF568C48-8909-915E-6630-DC41C8A7E3C7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058201428" sldId="296"/>
            <ac:spMk id="3" creationId="{526401AA-5854-2984-374E-5852860E5C7A}"/>
          </ac:spMkLst>
        </pc:spChg>
      </pc:sldChg>
      <pc:sldChg chg="modSp mod modClrScheme chgLayout">
        <pc:chgData name="Naveena Pokala" userId="S::n_pokala@uncg.edu::5bec4ecf-9841-46b4-8e4a-bc8230a11f38" providerId="AD" clId="Web-{8935C98C-284D-A934-6C1B-BC989EB385F2}" dt="2025-11-25T17:35:52.176" v="43" actId="1076"/>
        <pc:sldMkLst>
          <pc:docMk/>
          <pc:sldMk cId="1042014968" sldId="297"/>
        </pc:sldMkLst>
        <pc:spChg chg="mod ord">
          <ac:chgData name="Naveena Pokala" userId="S::n_pokala@uncg.edu::5bec4ecf-9841-46b4-8e4a-bc8230a11f38" providerId="AD" clId="Web-{8935C98C-284D-A934-6C1B-BC989EB385F2}" dt="2025-11-25T17:35:46.848" v="41" actId="14100"/>
          <ac:spMkLst>
            <pc:docMk/>
            <pc:sldMk cId="1042014968" sldId="297"/>
            <ac:spMk id="2" creationId="{4CDA6AE7-5B6F-0606-C851-9F14681AD83B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1042014968" sldId="297"/>
            <ac:spMk id="3" creationId="{FF1EE415-4D77-5CE2-EA50-5306E133C6E6}"/>
          </ac:spMkLst>
        </pc:spChg>
        <pc:picChg chg="mod">
          <ac:chgData name="Naveena Pokala" userId="S::n_pokala@uncg.edu::5bec4ecf-9841-46b4-8e4a-bc8230a11f38" providerId="AD" clId="Web-{8935C98C-284D-A934-6C1B-BC989EB385F2}" dt="2025-11-25T17:35:52.176" v="43" actId="1076"/>
          <ac:picMkLst>
            <pc:docMk/>
            <pc:sldMk cId="1042014968" sldId="297"/>
            <ac:picMk id="6" creationId="{1DAE5EDB-9425-17B7-F3CB-EEDB09EE599A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3:57.809" v="19" actId="1076"/>
        <pc:sldMkLst>
          <pc:docMk/>
          <pc:sldMk cId="3039073355" sldId="298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039073355" sldId="298"/>
            <ac:spMk id="2" creationId="{C583AE71-B9BD-FFDC-9E91-CD17721C91AB}"/>
          </ac:spMkLst>
        </pc:spChg>
        <pc:picChg chg="mod ord">
          <ac:chgData name="Naveena Pokala" userId="S::n_pokala@uncg.edu::5bec4ecf-9841-46b4-8e4a-bc8230a11f38" providerId="AD" clId="Web-{8935C98C-284D-A934-6C1B-BC989EB385F2}" dt="2025-11-25T17:33:57.809" v="19" actId="1076"/>
          <ac:picMkLst>
            <pc:docMk/>
            <pc:sldMk cId="3039073355" sldId="298"/>
            <ac:picMk id="4" creationId="{3CBCB26D-F29E-8858-43B8-E61E5D607C46}"/>
          </ac:picMkLst>
        </pc:picChg>
      </pc:sldChg>
      <pc:sldChg chg="modSp mod modClrScheme chgLayout">
        <pc:chgData name="Naveena Pokala" userId="S::n_pokala@uncg.edu::5bec4ecf-9841-46b4-8e4a-bc8230a11f38" providerId="AD" clId="Web-{8935C98C-284D-A934-6C1B-BC989EB385F2}" dt="2025-11-25T17:31:40.077" v="8"/>
        <pc:sldMkLst>
          <pc:docMk/>
          <pc:sldMk cId="3161771444" sldId="299"/>
        </pc:sldMkLst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161771444" sldId="299"/>
            <ac:spMk id="2" creationId="{C555C041-34DB-14B8-2CC1-D393CE33FEF5}"/>
          </ac:spMkLst>
        </pc:spChg>
        <pc:spChg chg="mod ord">
          <ac:chgData name="Naveena Pokala" userId="S::n_pokala@uncg.edu::5bec4ecf-9841-46b4-8e4a-bc8230a11f38" providerId="AD" clId="Web-{8935C98C-284D-A934-6C1B-BC989EB385F2}" dt="2025-11-25T17:31:40.077" v="8"/>
          <ac:spMkLst>
            <pc:docMk/>
            <pc:sldMk cId="3161771444" sldId="299"/>
            <ac:spMk id="3" creationId="{68CA1C35-E390-F75B-5CC9-A86E7772FBB2}"/>
          </ac:spMkLst>
        </pc:spChg>
      </pc:sldChg>
      <pc:sldMasterChg chg="add addSldLayout modSldLayout">
        <pc:chgData name="Naveena Pokala" userId="S::n_pokala@uncg.edu::5bec4ecf-9841-46b4-8e4a-bc8230a11f38" providerId="AD" clId="Web-{8935C98C-284D-A934-6C1B-BC989EB385F2}" dt="2025-11-25T17:31:40.077" v="8"/>
        <pc:sldMasterMkLst>
          <pc:docMk/>
          <pc:sldMasterMk cId="3048257786" sldId="2147483805"/>
        </pc:sldMasterMkLst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2371926058" sldId="2147483806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4257713182" sldId="2147483807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753791887" sldId="2147483808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4076691532" sldId="2147483809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4097272864" sldId="2147483810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679805824" sldId="2147483811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764096735" sldId="2147483812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3966821672" sldId="2147483813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2360921907" sldId="2147483814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2022270442" sldId="2147483815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1481848275" sldId="2147483816"/>
          </pc:sldLayoutMkLst>
        </pc:sldLayoutChg>
        <pc:sldLayoutChg chg="add mod replId">
          <pc:chgData name="Naveena Pokala" userId="S::n_pokala@uncg.edu::5bec4ecf-9841-46b4-8e4a-bc8230a11f38" providerId="AD" clId="Web-{8935C98C-284D-A934-6C1B-BC989EB385F2}" dt="2025-11-25T17:31:40.077" v="8"/>
          <pc:sldLayoutMkLst>
            <pc:docMk/>
            <pc:sldMasterMk cId="3048257786" sldId="2147483805"/>
            <pc:sldLayoutMk cId="2245761466" sldId="2147483817"/>
          </pc:sldLayoutMkLst>
        </pc:sldLayoutChg>
      </pc:sldMasterChg>
    </pc:docChg>
  </pc:docChgLst>
  <pc:docChgLst>
    <pc:chgData name="Naveena Pokala" userId="S::n_pokala@uncg.edu::5bec4ecf-9841-46b4-8e4a-bc8230a11f38" providerId="AD" clId="Web-{CD514811-9E2A-3DD7-BF0F-870F4BA89F67}"/>
    <pc:docChg chg="modSld">
      <pc:chgData name="Naveena Pokala" userId="S::n_pokala@uncg.edu::5bec4ecf-9841-46b4-8e4a-bc8230a11f38" providerId="AD" clId="Web-{CD514811-9E2A-3DD7-BF0F-870F4BA89F67}" dt="2025-12-03T04:18:23.484" v="6" actId="14100"/>
      <pc:docMkLst>
        <pc:docMk/>
      </pc:docMkLst>
      <pc:sldChg chg="addSp delSp modSp">
        <pc:chgData name="Naveena Pokala" userId="S::n_pokala@uncg.edu::5bec4ecf-9841-46b4-8e4a-bc8230a11f38" providerId="AD" clId="Web-{CD514811-9E2A-3DD7-BF0F-870F4BA89F67}" dt="2025-12-03T04:18:23.484" v="6" actId="14100"/>
        <pc:sldMkLst>
          <pc:docMk/>
          <pc:sldMk cId="989100945" sldId="295"/>
        </pc:sldMkLst>
        <pc:spChg chg="add del mod">
          <ac:chgData name="Naveena Pokala" userId="S::n_pokala@uncg.edu::5bec4ecf-9841-46b4-8e4a-bc8230a11f38" providerId="AD" clId="Web-{CD514811-9E2A-3DD7-BF0F-870F4BA89F67}" dt="2025-12-03T04:18:11.390" v="4"/>
          <ac:spMkLst>
            <pc:docMk/>
            <pc:sldMk cId="989100945" sldId="295"/>
            <ac:spMk id="8" creationId="{EB35C400-DAFB-47DF-4E74-D0AA29357445}"/>
          </ac:spMkLst>
        </pc:spChg>
        <pc:picChg chg="del">
          <ac:chgData name="Naveena Pokala" userId="S::n_pokala@uncg.edu::5bec4ecf-9841-46b4-8e4a-bc8230a11f38" providerId="AD" clId="Web-{CD514811-9E2A-3DD7-BF0F-870F4BA89F67}" dt="2025-12-03T04:18:09.124" v="3"/>
          <ac:picMkLst>
            <pc:docMk/>
            <pc:sldMk cId="989100945" sldId="295"/>
            <ac:picMk id="4" creationId="{2F2B4355-43C6-2407-A69F-708AC45F136C}"/>
          </ac:picMkLst>
        </pc:picChg>
        <pc:picChg chg="del">
          <ac:chgData name="Naveena Pokala" userId="S::n_pokala@uncg.edu::5bec4ecf-9841-46b4-8e4a-bc8230a11f38" providerId="AD" clId="Web-{CD514811-9E2A-3DD7-BF0F-870F4BA89F67}" dt="2025-12-03T04:18:09.077" v="2"/>
          <ac:picMkLst>
            <pc:docMk/>
            <pc:sldMk cId="989100945" sldId="295"/>
            <ac:picMk id="5" creationId="{CB663D18-546E-0F69-A799-59A36E8E0257}"/>
          </ac:picMkLst>
        </pc:picChg>
        <pc:picChg chg="del">
          <ac:chgData name="Naveena Pokala" userId="S::n_pokala@uncg.edu::5bec4ecf-9841-46b4-8e4a-bc8230a11f38" providerId="AD" clId="Web-{CD514811-9E2A-3DD7-BF0F-870F4BA89F67}" dt="2025-12-03T04:18:09.077" v="1"/>
          <ac:picMkLst>
            <pc:docMk/>
            <pc:sldMk cId="989100945" sldId="295"/>
            <ac:picMk id="6" creationId="{E26A18D9-EC77-A26D-68F1-96BAA78192C5}"/>
          </ac:picMkLst>
        </pc:picChg>
        <pc:picChg chg="del">
          <ac:chgData name="Naveena Pokala" userId="S::n_pokala@uncg.edu::5bec4ecf-9841-46b4-8e4a-bc8230a11f38" providerId="AD" clId="Web-{CD514811-9E2A-3DD7-BF0F-870F4BA89F67}" dt="2025-12-03T04:18:09.077" v="0"/>
          <ac:picMkLst>
            <pc:docMk/>
            <pc:sldMk cId="989100945" sldId="295"/>
            <ac:picMk id="7" creationId="{83488797-0F64-052F-09FB-B4FD0D3E3CE3}"/>
          </ac:picMkLst>
        </pc:picChg>
        <pc:picChg chg="add mod ord">
          <ac:chgData name="Naveena Pokala" userId="S::n_pokala@uncg.edu::5bec4ecf-9841-46b4-8e4a-bc8230a11f38" providerId="AD" clId="Web-{CD514811-9E2A-3DD7-BF0F-870F4BA89F67}" dt="2025-12-03T04:18:23.484" v="6" actId="14100"/>
          <ac:picMkLst>
            <pc:docMk/>
            <pc:sldMk cId="989100945" sldId="295"/>
            <ac:picMk id="9" creationId="{41309398-8999-BE02-F915-9ABCDCDFB7DC}"/>
          </ac:picMkLst>
        </pc:picChg>
      </pc:sldChg>
    </pc:docChg>
  </pc:docChgLst>
  <pc:docChgLst>
    <pc:chgData name="Xiuwen Nong" userId="S::x_nong@uncg.edu::4b51c1ba-52c8-41fd-b101-7f0830dd6e43" providerId="AD" clId="Web-{DE4E4D27-571A-4DE2-8727-6CB406318560}"/>
    <pc:docChg chg="modSld">
      <pc:chgData name="Xiuwen Nong" userId="S::x_nong@uncg.edu::4b51c1ba-52c8-41fd-b101-7f0830dd6e43" providerId="AD" clId="Web-{DE4E4D27-571A-4DE2-8727-6CB406318560}" dt="2025-11-25T01:15:18.527" v="100" actId="1076"/>
      <pc:docMkLst>
        <pc:docMk/>
      </pc:docMkLst>
      <pc:sldChg chg="modSp">
        <pc:chgData name="Xiuwen Nong" userId="S::x_nong@uncg.edu::4b51c1ba-52c8-41fd-b101-7f0830dd6e43" providerId="AD" clId="Web-{DE4E4D27-571A-4DE2-8727-6CB406318560}" dt="2025-11-25T01:09:11.536" v="64" actId="20577"/>
        <pc:sldMkLst>
          <pc:docMk/>
          <pc:sldMk cId="54008761" sldId="286"/>
        </pc:sldMkLst>
        <pc:spChg chg="mod">
          <ac:chgData name="Xiuwen Nong" userId="S::x_nong@uncg.edu::4b51c1ba-52c8-41fd-b101-7f0830dd6e43" providerId="AD" clId="Web-{DE4E4D27-571A-4DE2-8727-6CB406318560}" dt="2025-11-25T01:09:11.536" v="64" actId="20577"/>
          <ac:spMkLst>
            <pc:docMk/>
            <pc:sldMk cId="54008761" sldId="286"/>
            <ac:spMk id="3" creationId="{16124F95-22BE-EED8-C34E-A844E1D5011D}"/>
          </ac:spMkLst>
        </pc:spChg>
      </pc:sldChg>
      <pc:sldChg chg="addSp modSp">
        <pc:chgData name="Xiuwen Nong" userId="S::x_nong@uncg.edu::4b51c1ba-52c8-41fd-b101-7f0830dd6e43" providerId="AD" clId="Web-{DE4E4D27-571A-4DE2-8727-6CB406318560}" dt="2025-11-25T01:15:18.527" v="100" actId="1076"/>
        <pc:sldMkLst>
          <pc:docMk/>
          <pc:sldMk cId="4108602729" sldId="291"/>
        </pc:sldMkLst>
        <pc:spChg chg="mod">
          <ac:chgData name="Xiuwen Nong" userId="S::x_nong@uncg.edu::4b51c1ba-52c8-41fd-b101-7f0830dd6e43" providerId="AD" clId="Web-{DE4E4D27-571A-4DE2-8727-6CB406318560}" dt="2025-11-25T01:15:14.980" v="98" actId="1076"/>
          <ac:spMkLst>
            <pc:docMk/>
            <pc:sldMk cId="4108602729" sldId="291"/>
            <ac:spMk id="3" creationId="{79B1D140-10F1-1ACF-5A05-F4E62CF3E8F0}"/>
          </ac:spMkLst>
        </pc:spChg>
        <pc:picChg chg="add mod">
          <ac:chgData name="Xiuwen Nong" userId="S::x_nong@uncg.edu::4b51c1ba-52c8-41fd-b101-7f0830dd6e43" providerId="AD" clId="Web-{DE4E4D27-571A-4DE2-8727-6CB406318560}" dt="2025-11-25T01:15:18.527" v="100" actId="1076"/>
          <ac:picMkLst>
            <pc:docMk/>
            <pc:sldMk cId="4108602729" sldId="291"/>
            <ac:picMk id="4" creationId="{8C73CDA9-BF32-77E0-8EB1-DF76B72EC054}"/>
          </ac:picMkLst>
        </pc:picChg>
      </pc:sldChg>
      <pc:sldChg chg="addSp delSp modSp">
        <pc:chgData name="Xiuwen Nong" userId="S::x_nong@uncg.edu::4b51c1ba-52c8-41fd-b101-7f0830dd6e43" providerId="AD" clId="Web-{DE4E4D27-571A-4DE2-8727-6CB406318560}" dt="2025-11-25T01:13:26.070" v="92" actId="14100"/>
        <pc:sldMkLst>
          <pc:docMk/>
          <pc:sldMk cId="2975872311" sldId="292"/>
        </pc:sldMkLst>
        <pc:spChg chg="mod">
          <ac:chgData name="Xiuwen Nong" userId="S::x_nong@uncg.edu::4b51c1ba-52c8-41fd-b101-7f0830dd6e43" providerId="AD" clId="Web-{DE4E4D27-571A-4DE2-8727-6CB406318560}" dt="2025-11-25T01:13:26.070" v="92" actId="14100"/>
          <ac:spMkLst>
            <pc:docMk/>
            <pc:sldMk cId="2975872311" sldId="292"/>
            <ac:spMk id="3" creationId="{2FEACE8D-38C7-C86E-AF1B-DBCAEF757459}"/>
          </ac:spMkLst>
        </pc:spChg>
      </pc:sldChg>
      <pc:sldChg chg="addSp modSp">
        <pc:chgData name="Xiuwen Nong" userId="S::x_nong@uncg.edu::4b51c1ba-52c8-41fd-b101-7f0830dd6e43" providerId="AD" clId="Web-{DE4E4D27-571A-4DE2-8727-6CB406318560}" dt="2025-11-25T00:56:59.871" v="42" actId="1076"/>
        <pc:sldMkLst>
          <pc:docMk/>
          <pc:sldMk cId="3058201428" sldId="296"/>
        </pc:sldMkLst>
        <pc:spChg chg="mod">
          <ac:chgData name="Xiuwen Nong" userId="S::x_nong@uncg.edu::4b51c1ba-52c8-41fd-b101-7f0830dd6e43" providerId="AD" clId="Web-{DE4E4D27-571A-4DE2-8727-6CB406318560}" dt="2025-11-25T00:55:50.854" v="22" actId="1076"/>
          <ac:spMkLst>
            <pc:docMk/>
            <pc:sldMk cId="3058201428" sldId="296"/>
            <ac:spMk id="2" creationId="{BF568C48-8909-915E-6630-DC41C8A7E3C7}"/>
          </ac:spMkLst>
        </pc:spChg>
        <pc:spChg chg="mod">
          <ac:chgData name="Xiuwen Nong" userId="S::x_nong@uncg.edu::4b51c1ba-52c8-41fd-b101-7f0830dd6e43" providerId="AD" clId="Web-{DE4E4D27-571A-4DE2-8727-6CB406318560}" dt="2025-11-25T00:54:28.055" v="8" actId="20577"/>
          <ac:spMkLst>
            <pc:docMk/>
            <pc:sldMk cId="3058201428" sldId="296"/>
            <ac:spMk id="3" creationId="{526401AA-5854-2984-374E-5852860E5C7A}"/>
          </ac:spMkLst>
        </pc:spChg>
      </pc:sldChg>
    </pc:docChg>
  </pc:docChgLst>
  <pc:docChgLst>
    <pc:chgData name="Naveena Pokala" userId="S::n_pokala@uncg.edu::5bec4ecf-9841-46b4-8e4a-bc8230a11f38" providerId="AD" clId="Web-{7D3BA9F2-B0B2-BD33-064D-5573EE64E3CD}"/>
    <pc:docChg chg="modSld">
      <pc:chgData name="Naveena Pokala" userId="S::n_pokala@uncg.edu::5bec4ecf-9841-46b4-8e4a-bc8230a11f38" providerId="AD" clId="Web-{7D3BA9F2-B0B2-BD33-064D-5573EE64E3CD}" dt="2025-11-24T20:00:00.685" v="64" actId="14100"/>
      <pc:docMkLst>
        <pc:docMk/>
      </pc:docMkLst>
      <pc:sldChg chg="modSp">
        <pc:chgData name="Naveena Pokala" userId="S::n_pokala@uncg.edu::5bec4ecf-9841-46b4-8e4a-bc8230a11f38" providerId="AD" clId="Web-{7D3BA9F2-B0B2-BD33-064D-5573EE64E3CD}" dt="2025-11-24T19:24:00.609" v="16" actId="20577"/>
        <pc:sldMkLst>
          <pc:docMk/>
          <pc:sldMk cId="2241192159" sldId="285"/>
        </pc:sldMkLst>
        <pc:spChg chg="mod">
          <ac:chgData name="Naveena Pokala" userId="S::n_pokala@uncg.edu::5bec4ecf-9841-46b4-8e4a-bc8230a11f38" providerId="AD" clId="Web-{7D3BA9F2-B0B2-BD33-064D-5573EE64E3CD}" dt="2025-11-24T19:24:00.609" v="16" actId="20577"/>
          <ac:spMkLst>
            <pc:docMk/>
            <pc:sldMk cId="2241192159" sldId="285"/>
            <ac:spMk id="3" creationId="{DA02FBEE-7BD6-64EA-54EC-236C9F51F942}"/>
          </ac:spMkLst>
        </pc:spChg>
      </pc:sldChg>
      <pc:sldChg chg="addSp modSp">
        <pc:chgData name="Naveena Pokala" userId="S::n_pokala@uncg.edu::5bec4ecf-9841-46b4-8e4a-bc8230a11f38" providerId="AD" clId="Web-{7D3BA9F2-B0B2-BD33-064D-5573EE64E3CD}" dt="2025-11-24T20:00:00.685" v="64" actId="14100"/>
        <pc:sldMkLst>
          <pc:docMk/>
          <pc:sldMk cId="3655939884" sldId="289"/>
        </pc:sldMkLst>
        <pc:spChg chg="mod">
          <ac:chgData name="Naveena Pokala" userId="S::n_pokala@uncg.edu::5bec4ecf-9841-46b4-8e4a-bc8230a11f38" providerId="AD" clId="Web-{7D3BA9F2-B0B2-BD33-064D-5573EE64E3CD}" dt="2025-11-24T19:59:46.060" v="60" actId="20577"/>
          <ac:spMkLst>
            <pc:docMk/>
            <pc:sldMk cId="3655939884" sldId="289"/>
            <ac:spMk id="3" creationId="{2596E39D-58CD-A165-D06C-8CFCD9356AE3}"/>
          </ac:spMkLst>
        </pc:spChg>
        <pc:picChg chg="add mod">
          <ac:chgData name="Naveena Pokala" userId="S::n_pokala@uncg.edu::5bec4ecf-9841-46b4-8e4a-bc8230a11f38" providerId="AD" clId="Web-{7D3BA9F2-B0B2-BD33-064D-5573EE64E3CD}" dt="2025-11-24T20:00:00.685" v="64" actId="14100"/>
          <ac:picMkLst>
            <pc:docMk/>
            <pc:sldMk cId="3655939884" sldId="289"/>
            <ac:picMk id="4" creationId="{1F8682DC-7940-76A2-D3D0-BE29B0BA958F}"/>
          </ac:picMkLst>
        </pc:picChg>
      </pc:sldChg>
    </pc:docChg>
  </pc:docChgLst>
  <pc:docChgLst>
    <pc:chgData name="Riya Desai" userId="S::r_desai3@uncg.edu::608186de-8a5a-423f-98d0-386e444e7c90" providerId="AD" clId="Web-{B7EA7557-AAB5-E243-6928-B25B717AB8E7}"/>
    <pc:docChg chg="modSld sldOrd">
      <pc:chgData name="Riya Desai" userId="S::r_desai3@uncg.edu::608186de-8a5a-423f-98d0-386e444e7c90" providerId="AD" clId="Web-{B7EA7557-AAB5-E243-6928-B25B717AB8E7}" dt="2025-11-25T15:46:42.373" v="122" actId="1076"/>
      <pc:docMkLst>
        <pc:docMk/>
      </pc:docMkLst>
      <pc:sldChg chg="modSp ord">
        <pc:chgData name="Riya Desai" userId="S::r_desai3@uncg.edu::608186de-8a5a-423f-98d0-386e444e7c90" providerId="AD" clId="Web-{B7EA7557-AAB5-E243-6928-B25B717AB8E7}" dt="2025-11-25T15:10:30.596" v="1"/>
        <pc:sldMkLst>
          <pc:docMk/>
          <pc:sldMk cId="1135453176" sldId="276"/>
        </pc:sldMkLst>
        <pc:picChg chg="mod">
          <ac:chgData name="Riya Desai" userId="S::r_desai3@uncg.edu::608186de-8a5a-423f-98d0-386e444e7c90" providerId="AD" clId="Web-{B7EA7557-AAB5-E243-6928-B25B717AB8E7}" dt="2025-11-25T15:01:17.603" v="0" actId="1076"/>
          <ac:picMkLst>
            <pc:docMk/>
            <pc:sldMk cId="1135453176" sldId="276"/>
            <ac:picMk id="5" creationId="{C5E5A1E1-5618-1F16-3B41-FC0AE09C2C2A}"/>
          </ac:picMkLst>
        </pc:picChg>
      </pc:sldChg>
      <pc:sldChg chg="ord">
        <pc:chgData name="Riya Desai" userId="S::r_desai3@uncg.edu::608186de-8a5a-423f-98d0-386e444e7c90" providerId="AD" clId="Web-{B7EA7557-AAB5-E243-6928-B25B717AB8E7}" dt="2025-11-25T15:10:44.612" v="2"/>
        <pc:sldMkLst>
          <pc:docMk/>
          <pc:sldMk cId="20976538" sldId="279"/>
        </pc:sldMkLst>
      </pc:sldChg>
      <pc:sldChg chg="modSp">
        <pc:chgData name="Riya Desai" userId="S::r_desai3@uncg.edu::608186de-8a5a-423f-98d0-386e444e7c90" providerId="AD" clId="Web-{B7EA7557-AAB5-E243-6928-B25B717AB8E7}" dt="2025-11-25T15:27:50.071" v="7" actId="20577"/>
        <pc:sldMkLst>
          <pc:docMk/>
          <pc:sldMk cId="2241192159" sldId="285"/>
        </pc:sldMkLst>
        <pc:spChg chg="mod">
          <ac:chgData name="Riya Desai" userId="S::r_desai3@uncg.edu::608186de-8a5a-423f-98d0-386e444e7c90" providerId="AD" clId="Web-{B7EA7557-AAB5-E243-6928-B25B717AB8E7}" dt="2025-11-25T15:27:50.071" v="7" actId="20577"/>
          <ac:spMkLst>
            <pc:docMk/>
            <pc:sldMk cId="2241192159" sldId="285"/>
            <ac:spMk id="3" creationId="{DA02FBEE-7BD6-64EA-54EC-236C9F51F942}"/>
          </ac:spMkLst>
        </pc:spChg>
      </pc:sldChg>
      <pc:sldChg chg="modSp">
        <pc:chgData name="Riya Desai" userId="S::r_desai3@uncg.edu::608186de-8a5a-423f-98d0-386e444e7c90" providerId="AD" clId="Web-{B7EA7557-AAB5-E243-6928-B25B717AB8E7}" dt="2025-11-25T15:31:47.882" v="9" actId="20577"/>
        <pc:sldMkLst>
          <pc:docMk/>
          <pc:sldMk cId="3372185569" sldId="288"/>
        </pc:sldMkLst>
        <pc:spChg chg="mod">
          <ac:chgData name="Riya Desai" userId="S::r_desai3@uncg.edu::608186de-8a5a-423f-98d0-386e444e7c90" providerId="AD" clId="Web-{B7EA7557-AAB5-E243-6928-B25B717AB8E7}" dt="2025-11-25T15:31:47.882" v="9" actId="20577"/>
          <ac:spMkLst>
            <pc:docMk/>
            <pc:sldMk cId="3372185569" sldId="288"/>
            <ac:spMk id="3" creationId="{212EE993-6236-F5E2-AA46-D46B1B2CF764}"/>
          </ac:spMkLst>
        </pc:spChg>
      </pc:sldChg>
      <pc:sldChg chg="modSp">
        <pc:chgData name="Riya Desai" userId="S::r_desai3@uncg.edu::608186de-8a5a-423f-98d0-386e444e7c90" providerId="AD" clId="Web-{B7EA7557-AAB5-E243-6928-B25B717AB8E7}" dt="2025-11-25T15:42:26.735" v="119" actId="20577"/>
        <pc:sldMkLst>
          <pc:docMk/>
          <pc:sldMk cId="3655939884" sldId="289"/>
        </pc:sldMkLst>
        <pc:spChg chg="mod">
          <ac:chgData name="Riya Desai" userId="S::r_desai3@uncg.edu::608186de-8a5a-423f-98d0-386e444e7c90" providerId="AD" clId="Web-{B7EA7557-AAB5-E243-6928-B25B717AB8E7}" dt="2025-11-25T15:42:26.735" v="119" actId="20577"/>
          <ac:spMkLst>
            <pc:docMk/>
            <pc:sldMk cId="3655939884" sldId="289"/>
            <ac:spMk id="3" creationId="{2596E39D-58CD-A165-D06C-8CFCD9356AE3}"/>
          </ac:spMkLst>
        </pc:spChg>
        <pc:picChg chg="mod">
          <ac:chgData name="Riya Desai" userId="S::r_desai3@uncg.edu::608186de-8a5a-423f-98d0-386e444e7c90" providerId="AD" clId="Web-{B7EA7557-AAB5-E243-6928-B25B717AB8E7}" dt="2025-11-25T15:42:16.860" v="112" actId="1076"/>
          <ac:picMkLst>
            <pc:docMk/>
            <pc:sldMk cId="3655939884" sldId="289"/>
            <ac:picMk id="4" creationId="{1F8682DC-7940-76A2-D3D0-BE29B0BA958F}"/>
          </ac:picMkLst>
        </pc:picChg>
      </pc:sldChg>
      <pc:sldChg chg="modSp ord">
        <pc:chgData name="Riya Desai" userId="S::r_desai3@uncg.edu::608186de-8a5a-423f-98d0-386e444e7c90" providerId="AD" clId="Web-{B7EA7557-AAB5-E243-6928-B25B717AB8E7}" dt="2025-11-25T15:41:07.689" v="82" actId="20577"/>
        <pc:sldMkLst>
          <pc:docMk/>
          <pc:sldMk cId="566665169" sldId="290"/>
        </pc:sldMkLst>
        <pc:spChg chg="mod">
          <ac:chgData name="Riya Desai" userId="S::r_desai3@uncg.edu::608186de-8a5a-423f-98d0-386e444e7c90" providerId="AD" clId="Web-{B7EA7557-AAB5-E243-6928-B25B717AB8E7}" dt="2025-11-25T15:41:07.689" v="82" actId="20577"/>
          <ac:spMkLst>
            <pc:docMk/>
            <pc:sldMk cId="566665169" sldId="290"/>
            <ac:spMk id="4" creationId="{3D86CE5A-F836-0F61-9F1D-87BAF938085E}"/>
          </ac:spMkLst>
        </pc:spChg>
      </pc:sldChg>
      <pc:sldChg chg="delSp modSp">
        <pc:chgData name="Riya Desai" userId="S::r_desai3@uncg.edu::608186de-8a5a-423f-98d0-386e444e7c90" providerId="AD" clId="Web-{B7EA7557-AAB5-E243-6928-B25B717AB8E7}" dt="2025-11-25T15:46:42.373" v="122" actId="1076"/>
        <pc:sldMkLst>
          <pc:docMk/>
          <pc:sldMk cId="2975872311" sldId="292"/>
        </pc:sldMkLst>
        <pc:picChg chg="mod">
          <ac:chgData name="Riya Desai" userId="S::r_desai3@uncg.edu::608186de-8a5a-423f-98d0-386e444e7c90" providerId="AD" clId="Web-{B7EA7557-AAB5-E243-6928-B25B717AB8E7}" dt="2025-11-25T15:46:42.373" v="122" actId="1076"/>
          <ac:picMkLst>
            <pc:docMk/>
            <pc:sldMk cId="2975872311" sldId="292"/>
            <ac:picMk id="4" creationId="{1D2492A2-CFA1-25AD-F2B1-74C89133F608}"/>
          </ac:picMkLst>
        </pc:picChg>
      </pc:sldChg>
      <pc:sldChg chg="ord">
        <pc:chgData name="Riya Desai" userId="S::r_desai3@uncg.edu::608186de-8a5a-423f-98d0-386e444e7c90" providerId="AD" clId="Web-{B7EA7557-AAB5-E243-6928-B25B717AB8E7}" dt="2025-11-25T15:33:37.350" v="11"/>
        <pc:sldMkLst>
          <pc:docMk/>
          <pc:sldMk cId="1042014968" sldId="297"/>
        </pc:sldMkLst>
      </pc:sldChg>
    </pc:docChg>
  </pc:docChgLst>
  <pc:docChgLst>
    <pc:chgData name="Naveena Pokala" userId="S::n_pokala@uncg.edu::5bec4ecf-9841-46b4-8e4a-bc8230a11f38" providerId="AD" clId="Web-{4C27748F-F53D-4055-9330-4DC5A41D062C}"/>
    <pc:docChg chg="addSld delSld modSld sldOrd modSection">
      <pc:chgData name="Naveena Pokala" userId="S::n_pokala@uncg.edu::5bec4ecf-9841-46b4-8e4a-bc8230a11f38" providerId="AD" clId="Web-{4C27748F-F53D-4055-9330-4DC5A41D062C}" dt="2025-11-25T17:17:23.233" v="230" actId="20577"/>
      <pc:docMkLst>
        <pc:docMk/>
      </pc:docMkLst>
      <pc:sldChg chg="ord">
        <pc:chgData name="Naveena Pokala" userId="S::n_pokala@uncg.edu::5bec4ecf-9841-46b4-8e4a-bc8230a11f38" providerId="AD" clId="Web-{4C27748F-F53D-4055-9330-4DC5A41D062C}" dt="2025-11-25T15:36:17.011" v="61"/>
        <pc:sldMkLst>
          <pc:docMk/>
          <pc:sldMk cId="271689839" sldId="267"/>
        </pc:sldMkLst>
      </pc:sldChg>
      <pc:sldChg chg="modSp">
        <pc:chgData name="Naveena Pokala" userId="S::n_pokala@uncg.edu::5bec4ecf-9841-46b4-8e4a-bc8230a11f38" providerId="AD" clId="Web-{4C27748F-F53D-4055-9330-4DC5A41D062C}" dt="2025-11-25T15:11:19.179" v="49" actId="1076"/>
        <pc:sldMkLst>
          <pc:docMk/>
          <pc:sldMk cId="1135453176" sldId="276"/>
        </pc:sldMkLst>
        <pc:picChg chg="mod">
          <ac:chgData name="Naveena Pokala" userId="S::n_pokala@uncg.edu::5bec4ecf-9841-46b4-8e4a-bc8230a11f38" providerId="AD" clId="Web-{4C27748F-F53D-4055-9330-4DC5A41D062C}" dt="2025-11-25T15:11:19.179" v="49" actId="1076"/>
          <ac:picMkLst>
            <pc:docMk/>
            <pc:sldMk cId="1135453176" sldId="276"/>
            <ac:picMk id="5" creationId="{C5E5A1E1-5618-1F16-3B41-FC0AE09C2C2A}"/>
          </ac:picMkLst>
        </pc:picChg>
      </pc:sldChg>
      <pc:sldChg chg="addSp delSp modSp mod ord modClrScheme chgLayout">
        <pc:chgData name="Naveena Pokala" userId="S::n_pokala@uncg.edu::5bec4ecf-9841-46b4-8e4a-bc8230a11f38" providerId="AD" clId="Web-{4C27748F-F53D-4055-9330-4DC5A41D062C}" dt="2025-11-25T16:40:28.158" v="226"/>
        <pc:sldMkLst>
          <pc:docMk/>
          <pc:sldMk cId="20976538" sldId="279"/>
        </pc:sldMkLst>
        <pc:spChg chg="mod">
          <ac:chgData name="Naveena Pokala" userId="S::n_pokala@uncg.edu::5bec4ecf-9841-46b4-8e4a-bc8230a11f38" providerId="AD" clId="Web-{4C27748F-F53D-4055-9330-4DC5A41D062C}" dt="2025-11-25T14:18:55.727" v="5"/>
          <ac:spMkLst>
            <pc:docMk/>
            <pc:sldMk cId="20976538" sldId="279"/>
            <ac:spMk id="2" creationId="{38D7E0D2-4E35-2152-1E8C-968D6A554383}"/>
          </ac:spMkLst>
        </pc:spChg>
        <pc:spChg chg="mod">
          <ac:chgData name="Naveena Pokala" userId="S::n_pokala@uncg.edu::5bec4ecf-9841-46b4-8e4a-bc8230a11f38" providerId="AD" clId="Web-{4C27748F-F53D-4055-9330-4DC5A41D062C}" dt="2025-11-25T14:18:55.727" v="5"/>
          <ac:spMkLst>
            <pc:docMk/>
            <pc:sldMk cId="20976538" sldId="279"/>
            <ac:spMk id="3" creationId="{4FA5400E-AC30-92E5-048D-1BD2097F8B93}"/>
          </ac:spMkLst>
        </pc:spChg>
        <pc:picChg chg="add mod">
          <ac:chgData name="Naveena Pokala" userId="S::n_pokala@uncg.edu::5bec4ecf-9841-46b4-8e4a-bc8230a11f38" providerId="AD" clId="Web-{4C27748F-F53D-4055-9330-4DC5A41D062C}" dt="2025-11-25T16:40:28.158" v="226"/>
          <ac:picMkLst>
            <pc:docMk/>
            <pc:sldMk cId="20976538" sldId="279"/>
            <ac:picMk id="4" creationId="{65E8186B-147B-1DBD-FE27-BE593473A278}"/>
          </ac:picMkLst>
        </pc:picChg>
      </pc:sldChg>
      <pc:sldChg chg="modSp">
        <pc:chgData name="Naveena Pokala" userId="S::n_pokala@uncg.edu::5bec4ecf-9841-46b4-8e4a-bc8230a11f38" providerId="AD" clId="Web-{4C27748F-F53D-4055-9330-4DC5A41D062C}" dt="2025-11-25T15:27:37.122" v="56" actId="20577"/>
        <pc:sldMkLst>
          <pc:docMk/>
          <pc:sldMk cId="2241192159" sldId="285"/>
        </pc:sldMkLst>
        <pc:spChg chg="mod">
          <ac:chgData name="Naveena Pokala" userId="S::n_pokala@uncg.edu::5bec4ecf-9841-46b4-8e4a-bc8230a11f38" providerId="AD" clId="Web-{4C27748F-F53D-4055-9330-4DC5A41D062C}" dt="2025-11-25T15:27:37.122" v="56" actId="20577"/>
          <ac:spMkLst>
            <pc:docMk/>
            <pc:sldMk cId="2241192159" sldId="285"/>
            <ac:spMk id="3" creationId="{DA02FBEE-7BD6-64EA-54EC-236C9F51F942}"/>
          </ac:spMkLst>
        </pc:spChg>
      </pc:sldChg>
      <pc:sldChg chg="modSp ord">
        <pc:chgData name="Naveena Pokala" userId="S::n_pokala@uncg.edu::5bec4ecf-9841-46b4-8e4a-bc8230a11f38" providerId="AD" clId="Web-{4C27748F-F53D-4055-9330-4DC5A41D062C}" dt="2025-11-25T17:17:23.233" v="230" actId="20577"/>
        <pc:sldMkLst>
          <pc:docMk/>
          <pc:sldMk cId="3655939884" sldId="289"/>
        </pc:sldMkLst>
        <pc:spChg chg="mod">
          <ac:chgData name="Naveena Pokala" userId="S::n_pokala@uncg.edu::5bec4ecf-9841-46b4-8e4a-bc8230a11f38" providerId="AD" clId="Web-{4C27748F-F53D-4055-9330-4DC5A41D062C}" dt="2025-11-25T17:17:23.233" v="230" actId="20577"/>
          <ac:spMkLst>
            <pc:docMk/>
            <pc:sldMk cId="3655939884" sldId="289"/>
            <ac:spMk id="3" creationId="{2596E39D-58CD-A165-D06C-8CFCD9356AE3}"/>
          </ac:spMkLst>
        </pc:spChg>
      </pc:sldChg>
      <pc:sldChg chg="delSp modSp">
        <pc:chgData name="Naveena Pokala" userId="S::n_pokala@uncg.edu::5bec4ecf-9841-46b4-8e4a-bc8230a11f38" providerId="AD" clId="Web-{4C27748F-F53D-4055-9330-4DC5A41D062C}" dt="2025-11-25T17:17:19.483" v="228" actId="20577"/>
        <pc:sldMkLst>
          <pc:docMk/>
          <pc:sldMk cId="566665169" sldId="290"/>
        </pc:sldMkLst>
        <pc:spChg chg="mod">
          <ac:chgData name="Naveena Pokala" userId="S::n_pokala@uncg.edu::5bec4ecf-9841-46b4-8e4a-bc8230a11f38" providerId="AD" clId="Web-{4C27748F-F53D-4055-9330-4DC5A41D062C}" dt="2025-11-25T17:17:19.483" v="228" actId="20577"/>
          <ac:spMkLst>
            <pc:docMk/>
            <pc:sldMk cId="566665169" sldId="290"/>
            <ac:spMk id="4" creationId="{3D86CE5A-F836-0F61-9F1D-87BAF938085E}"/>
          </ac:spMkLst>
        </pc:spChg>
      </pc:sldChg>
      <pc:sldChg chg="addSp modSp">
        <pc:chgData name="Naveena Pokala" userId="S::n_pokala@uncg.edu::5bec4ecf-9841-46b4-8e4a-bc8230a11f38" providerId="AD" clId="Web-{4C27748F-F53D-4055-9330-4DC5A41D062C}" dt="2025-11-25T15:46:25.413" v="221" actId="14100"/>
        <pc:sldMkLst>
          <pc:docMk/>
          <pc:sldMk cId="2975872311" sldId="292"/>
        </pc:sldMkLst>
        <pc:picChg chg="add mod">
          <ac:chgData name="Naveena Pokala" userId="S::n_pokala@uncg.edu::5bec4ecf-9841-46b4-8e4a-bc8230a11f38" providerId="AD" clId="Web-{4C27748F-F53D-4055-9330-4DC5A41D062C}" dt="2025-11-25T15:46:25.413" v="221" actId="14100"/>
          <ac:picMkLst>
            <pc:docMk/>
            <pc:sldMk cId="2975872311" sldId="292"/>
            <ac:picMk id="4" creationId="{1D2492A2-CFA1-25AD-F2B1-74C89133F608}"/>
          </ac:picMkLst>
        </pc:picChg>
      </pc:sldChg>
      <pc:sldChg chg="ord">
        <pc:chgData name="Naveena Pokala" userId="S::n_pokala@uncg.edu::5bec4ecf-9841-46b4-8e4a-bc8230a11f38" providerId="AD" clId="Web-{4C27748F-F53D-4055-9330-4DC5A41D062C}" dt="2025-11-25T15:33:36.409" v="57"/>
        <pc:sldMkLst>
          <pc:docMk/>
          <pc:sldMk cId="1042014968" sldId="297"/>
        </pc:sldMkLst>
      </pc:sldChg>
      <pc:sldChg chg="new ord">
        <pc:chgData name="Naveena Pokala" userId="S::n_pokala@uncg.edu::5bec4ecf-9841-46b4-8e4a-bc8230a11f38" providerId="AD" clId="Web-{4C27748F-F53D-4055-9330-4DC5A41D062C}" dt="2025-11-25T13:51:42.931" v="1"/>
        <pc:sldMkLst>
          <pc:docMk/>
          <pc:sldMk cId="3039073355" sldId="298"/>
        </pc:sldMkLst>
      </pc:sldChg>
      <pc:sldChg chg="modSp new">
        <pc:chgData name="Naveena Pokala" userId="S::n_pokala@uncg.edu::5bec4ecf-9841-46b4-8e4a-bc8230a11f38" providerId="AD" clId="Web-{4C27748F-F53D-4055-9330-4DC5A41D062C}" dt="2025-11-25T16:14:06.619" v="222" actId="20577"/>
        <pc:sldMkLst>
          <pc:docMk/>
          <pc:sldMk cId="3161771444" sldId="299"/>
        </pc:sldMkLst>
        <pc:spChg chg="mod">
          <ac:chgData name="Naveena Pokala" userId="S::n_pokala@uncg.edu::5bec4ecf-9841-46b4-8e4a-bc8230a11f38" providerId="AD" clId="Web-{4C27748F-F53D-4055-9330-4DC5A41D062C}" dt="2025-11-25T15:38:59.164" v="217" actId="20577"/>
          <ac:spMkLst>
            <pc:docMk/>
            <pc:sldMk cId="3161771444" sldId="299"/>
            <ac:spMk id="2" creationId="{C555C041-34DB-14B8-2CC1-D393CE33FEF5}"/>
          </ac:spMkLst>
        </pc:spChg>
        <pc:spChg chg="mod">
          <ac:chgData name="Naveena Pokala" userId="S::n_pokala@uncg.edu::5bec4ecf-9841-46b4-8e4a-bc8230a11f38" providerId="AD" clId="Web-{4C27748F-F53D-4055-9330-4DC5A41D062C}" dt="2025-11-25T16:14:06.619" v="222" actId="20577"/>
          <ac:spMkLst>
            <pc:docMk/>
            <pc:sldMk cId="3161771444" sldId="299"/>
            <ac:spMk id="3" creationId="{68CA1C35-E390-F75B-5CC9-A86E7772FB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69928-DB15-4622-BCFD-59AA51260B98}" type="datetimeFigureOut"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4B64E-D3F4-4BA2-9391-B3A8D0547E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6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 The model makes large prediction errors</a:t>
            </a:r>
            <a:endParaRPr lang="en-US"/>
          </a:p>
          <a:p>
            <a:endParaRPr lang="en-US">
              <a:cs typeface="+mn-lt"/>
            </a:endParaRPr>
          </a:p>
          <a:p>
            <a:r>
              <a:rPr lang="en-US"/>
              <a:t>A Mean Squared Error of </a:t>
            </a:r>
            <a:r>
              <a:rPr lang="en-US" b="1"/>
              <a:t>16.27</a:t>
            </a:r>
            <a:r>
              <a:rPr lang="en-US"/>
              <a:t> means the predicted values deviate significantly from the true values.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This suggests: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tree is </a:t>
            </a:r>
            <a:r>
              <a:rPr lang="en-US" b="1"/>
              <a:t>not capturing the underlying patterns well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It may be </a:t>
            </a:r>
            <a:r>
              <a:rPr lang="en-US" b="1"/>
              <a:t>overfitting to noise</a:t>
            </a:r>
            <a:r>
              <a:rPr lang="en-US"/>
              <a:t> (common with trees that are not pruned).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Or the dataset may be too small / too complex for a tree to generalize.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/>
          </a:p>
          <a:p>
            <a:r>
              <a:rPr lang="en-US" b="1"/>
              <a:t>⭐ </a:t>
            </a:r>
            <a:endParaRPr lang="en-US"/>
          </a:p>
          <a:p>
            <a:r>
              <a:rPr lang="en-US" b="1"/>
              <a:t>2. Near-Zero R² (0.0343) → The model barely explains variability</a:t>
            </a:r>
            <a:endParaRPr lang="en-US"/>
          </a:p>
          <a:p>
            <a:br>
              <a:rPr lang="en-US">
                <a:cs typeface="+mn-lt"/>
              </a:rPr>
            </a:br>
            <a:endParaRPr lang="en-US"/>
          </a:p>
          <a:p>
            <a:r>
              <a:rPr lang="en-US"/>
              <a:t>R² = </a:t>
            </a:r>
            <a:r>
              <a:rPr lang="en-US" b="1"/>
              <a:t>0.0343</a:t>
            </a:r>
            <a:r>
              <a:rPr lang="en-US"/>
              <a:t> means: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model explains </a:t>
            </a:r>
            <a:r>
              <a:rPr lang="en-US" b="1"/>
              <a:t>only ~3% of the variance</a:t>
            </a:r>
            <a:r>
              <a:rPr lang="en-US"/>
              <a:t> in the target.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A baseline model predicting the </a:t>
            </a:r>
            <a:r>
              <a:rPr lang="en-US" b="1"/>
              <a:t>mean</a:t>
            </a:r>
            <a:r>
              <a:rPr lang="en-US"/>
              <a:t> would almost perform the same.</a:t>
            </a:r>
            <a:endParaRPr lang="en-US">
              <a:ea typeface="Calibri"/>
              <a:cs typeface="Calibri"/>
            </a:endParaRPr>
          </a:p>
          <a:p>
            <a:br>
              <a:rPr lang="en-US">
                <a:cs typeface="+mn-lt"/>
              </a:rPr>
            </a:br>
            <a:endParaRPr lang="en-US"/>
          </a:p>
          <a:p>
            <a:r>
              <a:rPr lang="en-US"/>
              <a:t>This indicates: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decision tree is </a:t>
            </a:r>
            <a:r>
              <a:rPr lang="en-US" b="1"/>
              <a:t>not learning meaningful structure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features are not being used effectively.</a:t>
            </a:r>
            <a:endParaRPr lang="en-US">
              <a:ea typeface="Calibri"/>
              <a:cs typeface="Calibri"/>
            </a:endParaRPr>
          </a:p>
          <a:p>
            <a:br>
              <a:rPr lang="en-US">
                <a:cs typeface="+mn-lt"/>
              </a:rPr>
            </a:br>
            <a:endParaRPr lang="en-US"/>
          </a:p>
          <a:p>
            <a:r>
              <a:rPr lang="en-US"/>
              <a:t>In short, </a:t>
            </a:r>
            <a:r>
              <a:rPr lang="en-US" b="1"/>
              <a:t>the model is almost as bad as random guessing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4B64E-D3F4-4BA2-9391-B3A8D0547EB4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1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2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1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9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9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7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0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9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2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7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48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4345B-51E1-48BA-8DD3-D289779D938B}"/>
              </a:ext>
            </a:extLst>
          </p:cNvPr>
          <p:cNvSpPr/>
          <p:nvPr userDrawn="1"/>
        </p:nvSpPr>
        <p:spPr>
          <a:xfrm>
            <a:off x="0" y="0"/>
            <a:ext cx="12192000" cy="2490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6A6C8-B938-45F5-94CD-87F8021DA4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575" y="603023"/>
            <a:ext cx="2448239" cy="145523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F5933-A7C5-414D-93EF-23E722D13A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3007" y="3710344"/>
            <a:ext cx="6985986" cy="15445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4576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4345B-51E1-48BA-8DD3-D289779D938B}"/>
              </a:ext>
            </a:extLst>
          </p:cNvPr>
          <p:cNvSpPr/>
          <p:nvPr userDrawn="1"/>
        </p:nvSpPr>
        <p:spPr>
          <a:xfrm>
            <a:off x="0" y="0"/>
            <a:ext cx="12192000" cy="2490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6A6C8-B938-45F5-94CD-87F8021DA4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575" y="603023"/>
            <a:ext cx="2448239" cy="145523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F5933-A7C5-414D-93EF-23E722D13A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3007" y="3710344"/>
            <a:ext cx="6985986" cy="15445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079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67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D9F9E7-96D7-4B3D-B41A-108635801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3CE537-BF8A-43D7-96D1-B79BD8EC8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4375-F36B-4AE2-ADC8-49F012E3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7C47F4-245A-4F07-9A64-DEF60E4E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47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777E-D411-45B6-AF0E-52EBF55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7508-E956-437C-97B9-F70D3B9C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A6C-FECE-4968-8405-2703F92A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D70B-FC1D-4193-95DA-CDE8F78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F1-04EB-4C73-90FD-7DEAC333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771D-4F8F-4911-9C60-6EDDCA71A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163-AFDB-4B1A-8A9C-996CE0C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FB46-E23A-4326-854A-D368983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41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5949-6C48-4EB7-AFA0-6D14A81D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4719-2142-4D4D-9C4F-5491B014D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0B328-D770-46F5-8A75-2B5C3592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FF6A5-43DF-48CA-96DF-BD32C9ED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8623-2302-4B5E-8DDD-9743A7C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67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DD9-3510-4963-9160-8B13A59F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A452E-FF63-4A5D-924A-235282C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F23D8-8D76-402A-A6E9-7D3D702F7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49B34-B384-4577-8BDE-B16EAF6BA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CFB39-FA20-4821-9882-E33A7390C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A23EC-6702-4461-A13F-11A078D4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FA28-4F88-4D8B-BCF9-3E5B4874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80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6B9C-BC06-4E48-BAF6-A6B2901F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2CECF-DAA0-4908-B93A-742EE13E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A71CC-6B43-4261-9A38-E3C7E09E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84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A483A-A452-4FF1-AC72-E37302D0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C87A-1B23-43F7-AEB4-7247FDFB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59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866-43ED-41E0-B619-0EDAC38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8583-B43C-48EA-B2F0-D24B05767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7251A-B057-4F6F-A27E-65A4D4AA0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3139C-057D-446C-80E4-9800A3B2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61F0-A2A4-4E18-B362-47E677C6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9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A86-B123-4E36-8CF4-7D8FB75A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7396B-255C-456D-921F-88A858052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BE32A-AFF0-4D98-A509-7D0784B8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21ED-4685-464A-8871-0212DFC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5114-B05E-4DBC-A4D9-9C1E4C0A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86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3874-3EA6-4ADA-8919-84D0B1FD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A1E07-4C20-4C4A-A1C4-8ECD98E94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D674D-6FBC-4914-9369-00090FAD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B512-7FB1-4FA2-9F83-8B9F6606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175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CF246-DA09-4188-AA5E-95A2E53C7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DD9D3-4569-4C9C-9EDB-BBE37D45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64A19-A6D7-4160-9F84-786DC59B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3314-C269-4E3D-8824-B81B3BF6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40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607F-A0D7-414C-B0C1-2251342AF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A4700-1B71-487E-9DBB-61CED819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0B58-30C1-41E9-A64B-BB6F3784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46CF-5B99-4C9B-BFD9-160D27F4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92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777E-D411-45B6-AF0E-52EBF55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7508-E956-437C-97B9-F70D3B9C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A6C-FECE-4968-8405-2703F92A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D70B-FC1D-4193-95DA-CDE8F78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040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F1-04EB-4C73-90FD-7DEAC333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771D-4F8F-4911-9C60-6EDDCA71A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163-AFDB-4B1A-8A9C-996CE0C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FB46-E23A-4326-854A-D368983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81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5949-6C48-4EB7-AFA0-6D14A81D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4719-2142-4D4D-9C4F-5491B014D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0B328-D770-46F5-8A75-2B5C3592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FF6A5-43DF-48CA-96DF-BD32C9ED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8623-2302-4B5E-8DDD-9743A7C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27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DD9-3510-4963-9160-8B13A59F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A452E-FF63-4A5D-924A-235282C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F23D8-8D76-402A-A6E9-7D3D702F7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49B34-B384-4577-8BDE-B16EAF6BA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CFB39-FA20-4821-9882-E33A7390C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A23EC-6702-4461-A13F-11A078D4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FA28-4F88-4D8B-BCF9-3E5B4874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250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6B9C-BC06-4E48-BAF6-A6B2901F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2CECF-DAA0-4908-B93A-742EE13E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A71CC-6B43-4261-9A38-E3C7E09E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589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A483A-A452-4FF1-AC72-E37302D0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C87A-1B23-43F7-AEB4-7247FDFB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596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866-43ED-41E0-B619-0EDAC38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8583-B43C-48EA-B2F0-D24B05767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7251A-B057-4F6F-A27E-65A4D4AA0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3139C-057D-446C-80E4-9800A3B2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61F0-A2A4-4E18-B362-47E677C6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388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A86-B123-4E36-8CF4-7D8FB75A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7396B-255C-456D-921F-88A858052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BE32A-AFF0-4D98-A509-7D0784B8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21ED-4685-464A-8871-0212DFC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5114-B05E-4DBC-A4D9-9C1E4C0A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62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3874-3EA6-4ADA-8919-84D0B1FD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A1E07-4C20-4C4A-A1C4-8ECD98E94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D674D-6FBC-4914-9369-00090FAD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B512-7FB1-4FA2-9F83-8B9F6606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2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CF246-DA09-4188-AA5E-95A2E53C7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DD9D3-4569-4C9C-9EDB-BBE37D45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64A19-A6D7-4160-9F84-786DC59B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3314-C269-4E3D-8824-B81B3BF6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1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5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00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580DC-9B5F-44C1-922E-8D1A4D5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3386E-8CE8-43B2-836B-5DF95E3AC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979B-529D-4EB8-8DD2-9DFC37B3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94C47-6033-4878-A216-87BE6BC94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2F2D0-F508-4650-B7A7-1AD8FE676AA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5" y="6237485"/>
            <a:ext cx="1492469" cy="50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580DC-9B5F-44C1-922E-8D1A4D5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3386E-8CE8-43B2-836B-5DF95E3AC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979B-529D-4EB8-8DD2-9DFC37B3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94C47-6033-4878-A216-87BE6BC94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CC0EF-9387-49EB-BBF9-72AC439715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9" y="6237485"/>
            <a:ext cx="1492469" cy="48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5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atasnaek/youtube-new?select=USvideos.cs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AFB2-F866-1CFF-DC0D-3DD27FE53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93377"/>
          </a:xfrm>
        </p:spPr>
        <p:txBody>
          <a:bodyPr>
            <a:normAutofit/>
          </a:bodyPr>
          <a:lstStyle/>
          <a:p>
            <a:r>
              <a:rPr lang="en-US">
                <a:latin typeface="Georgia"/>
                <a:cs typeface="Arial"/>
              </a:rPr>
              <a:t>YouTube Trending Video Analysis</a:t>
            </a:r>
            <a:br>
              <a:rPr lang="en-US">
                <a:latin typeface="Georgia"/>
              </a:rPr>
            </a:br>
            <a:endParaRPr lang="en-US">
              <a:latin typeface="Georgi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63BDA-B0AB-8149-6E73-B477CCF225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Group 4: Naveena Pokala, </a:t>
            </a:r>
            <a:r>
              <a:rPr lang="en-US" err="1">
                <a:latin typeface="Arial"/>
                <a:cs typeface="Arial"/>
              </a:rPr>
              <a:t>Xiuwen</a:t>
            </a:r>
            <a:r>
              <a:rPr lang="en-US">
                <a:latin typeface="Arial"/>
                <a:cs typeface="Arial"/>
              </a:rPr>
              <a:t>, Riya Desai</a:t>
            </a:r>
          </a:p>
        </p:txBody>
      </p:sp>
    </p:spTree>
    <p:extLst>
      <p:ext uri="{BB962C8B-B14F-4D97-AF65-F5344CB8AC3E}">
        <p14:creationId xmlns:p14="http://schemas.microsoft.com/office/powerpoint/2010/main" val="412145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B20A-3D73-FD2B-351D-4C6E5920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latin typeface="Georgia"/>
              </a:rPr>
              <a:t>Stage I&amp;II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4619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A34A-5737-F038-14C0-7FBD39CD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29904"/>
            <a:ext cx="10240903" cy="635841"/>
          </a:xfrm>
        </p:spPr>
        <p:txBody>
          <a:bodyPr/>
          <a:lstStyle/>
          <a:p>
            <a:pPr algn="ctr"/>
            <a:r>
              <a:rPr lang="en-US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C922-7C24-CC97-F2B4-F364CCE71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03"/>
            <a:ext cx="11235731" cy="445592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YouTube maintains a list of the top trending videos on the platform, to determine the year’s top-trending videos, YouTube uses a combination of factors including number of views, shares, comments and likes, trending date.</a:t>
            </a:r>
            <a:endParaRPr lang="en-US" sz="2400"/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We use Kaggle Dataset </a:t>
            </a:r>
            <a:r>
              <a:rPr lang="en-US" sz="2400">
                <a:latin typeface="Arial"/>
                <a:cs typeface="Arial"/>
                <a:hlinkClick r:id="rId2"/>
              </a:rPr>
              <a:t>https://www.kaggle.com/datasets/datasnaek/youtube-new?select=USvideos.csv</a:t>
            </a:r>
            <a:r>
              <a:rPr lang="en-US" sz="2400">
                <a:latin typeface="Arial"/>
                <a:cs typeface="Arial"/>
              </a:rPr>
              <a:t> . </a:t>
            </a:r>
            <a:endParaRPr lang="en-US" sz="2400"/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This dataset was selected since it had around 40,950 observations and 16 features. </a:t>
            </a:r>
            <a:endParaRPr lang="en-US" sz="2400"/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The objective is to perform a regression task to predict the number of days based on features: number of views, number of likes, dislikes and comments, category name received on its first day of release.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90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906E-C0A1-FD47-E353-512B15830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1074"/>
            <a:ext cx="10515600" cy="1325563"/>
          </a:xfrm>
        </p:spPr>
        <p:txBody>
          <a:bodyPr/>
          <a:lstStyle/>
          <a:p>
            <a:pPr algn="ctr"/>
            <a:r>
              <a:rPr lang="en-US"/>
              <a:t>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A8BA-4551-03F4-04EB-FF731F50E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327" y="898659"/>
            <a:ext cx="10515600" cy="47519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000">
              <a:latin typeface="Arial"/>
              <a:cs typeface="Arial"/>
            </a:endParaRPr>
          </a:p>
          <a:p>
            <a:pPr marL="0" indent="0" algn="just">
              <a:buNone/>
            </a:pPr>
            <a:endParaRPr lang="en-US" sz="2000">
              <a:latin typeface="Arial"/>
              <a:cs typeface="Arial"/>
            </a:endParaRPr>
          </a:p>
          <a:p>
            <a:endParaRPr lang="en-US" sz="20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0D10CF-DA99-40D6-BCD9-10DEA6086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91" y="1124350"/>
            <a:ext cx="11999595" cy="460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5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58B4-16DF-1F92-8909-3BBE5E99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6D29-E5CC-A906-C5A5-A6A7EBBA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183"/>
            <a:ext cx="10515600" cy="802622"/>
          </a:xfrm>
        </p:spPr>
        <p:txBody>
          <a:bodyPr/>
          <a:lstStyle/>
          <a:p>
            <a:pPr algn="ctr"/>
            <a:r>
              <a:rPr lang="en-US"/>
              <a:t>Preprocessing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9E06-C1B5-FD1B-9E65-0F8399D7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4182"/>
            <a:ext cx="11003871" cy="543487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latin typeface="Arial"/>
                <a:cs typeface="Arial"/>
              </a:rPr>
              <a:t>For every unique video ID, keep the observation that the video first trends on, deleting the observations for the following days of the same video, creating the target variable </a:t>
            </a:r>
            <a:r>
              <a:rPr lang="en-US" sz="2400" err="1">
                <a:latin typeface="Arial"/>
                <a:cs typeface="Arial"/>
              </a:rPr>
              <a:t>days_trending</a:t>
            </a:r>
            <a:endParaRPr lang="en-US" sz="2400"/>
          </a:p>
          <a:p>
            <a:pPr lvl="1"/>
            <a:r>
              <a:rPr lang="en-US">
                <a:latin typeface="Arial"/>
                <a:cs typeface="Arial"/>
              </a:rPr>
              <a:t>Data after preprocessing: 6351 observations </a:t>
            </a:r>
          </a:p>
          <a:p>
            <a:pPr lvl="1"/>
            <a:r>
              <a:rPr lang="en-US">
                <a:latin typeface="Arial"/>
                <a:cs typeface="Arial"/>
              </a:rPr>
              <a:t>Features: views_day1, likes_day1, dislikes_day1, first trending date, </a:t>
            </a:r>
            <a:r>
              <a:rPr lang="en-US" err="1">
                <a:latin typeface="Arial"/>
                <a:cs typeface="Arial"/>
              </a:rPr>
              <a:t>category_name</a:t>
            </a:r>
            <a:endParaRPr lang="en-US">
              <a:latin typeface="Arial"/>
              <a:cs typeface="Arial"/>
            </a:endParaRPr>
          </a:p>
          <a:p>
            <a:r>
              <a:rPr lang="en-US" sz="2400">
                <a:latin typeface="Arial"/>
                <a:cs typeface="Arial"/>
              </a:rPr>
              <a:t>Merged category names into </a:t>
            </a:r>
            <a:r>
              <a:rPr lang="en-US" sz="2400" err="1">
                <a:latin typeface="Arial"/>
                <a:cs typeface="Arial"/>
              </a:rPr>
              <a:t>DataFrame</a:t>
            </a:r>
            <a:r>
              <a:rPr lang="en-US" sz="2400">
                <a:latin typeface="Arial"/>
                <a:cs typeface="Arial"/>
              </a:rPr>
              <a:t>.</a:t>
            </a:r>
            <a:endParaRPr lang="en-US" sz="2400">
              <a:latin typeface="Arial"/>
            </a:endParaRPr>
          </a:p>
          <a:p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br>
              <a:rPr lang="en-US" sz="2400">
                <a:latin typeface="Arial"/>
                <a:cs typeface="Arial"/>
              </a:rPr>
            </a:br>
            <a:endParaRPr lang="en-US" sz="2400">
              <a:latin typeface="Arial"/>
            </a:endParaRPr>
          </a:p>
          <a:p>
            <a:pPr lvl="1"/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pPr marL="457200" lvl="1" indent="0">
              <a:buNone/>
            </a:pPr>
            <a:r>
              <a:rPr lang="en-US">
                <a:latin typeface="Arial"/>
                <a:cs typeface="Arial"/>
              </a:rPr>
              <a:t>  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 </a:t>
            </a:r>
          </a:p>
        </p:txBody>
      </p:sp>
      <p:pic>
        <p:nvPicPr>
          <p:cNvPr id="5" name="Picture 4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81A65308-0E40-37F6-596C-5E7F5FD7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903" y="3181641"/>
            <a:ext cx="4097902" cy="2725912"/>
          </a:xfrm>
          <a:prstGeom prst="rect">
            <a:avLst/>
          </a:prstGeom>
        </p:spPr>
      </p:pic>
      <p:pic>
        <p:nvPicPr>
          <p:cNvPr id="6" name="Picture 5" descr="A screenshot of a white sheet with numbers&#10;&#10;AI-generated content may be incorrect.">
            <a:extLst>
              <a:ext uri="{FF2B5EF4-FFF2-40B4-BE49-F238E27FC236}">
                <a16:creationId xmlns:a16="http://schemas.microsoft.com/office/drawing/2014/main" id="{DEC8FDE8-A319-ECBA-1BD3-993C541E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6937"/>
            <a:ext cx="12192000" cy="97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9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839C-B84A-3FF1-F342-656C8AD6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256E-46C0-0210-A352-558F3A37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3917"/>
          </a:xfrm>
        </p:spPr>
        <p:txBody>
          <a:bodyPr>
            <a:normAutofit/>
          </a:bodyPr>
          <a:lstStyle/>
          <a:p>
            <a:pPr algn="ctr"/>
            <a:r>
              <a:rPr lang="en-US"/>
              <a:t>Feature Exploration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C138-3651-6FAE-0068-A0605D0E1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3918"/>
            <a:ext cx="10515600" cy="5517397"/>
          </a:xfrm>
        </p:spPr>
        <p:txBody>
          <a:bodyPr/>
          <a:lstStyle/>
          <a:p>
            <a:r>
              <a:rPr lang="en-US"/>
              <a:t>During this process, we created two features from the existing features i.e., </a:t>
            </a:r>
            <a:r>
              <a:rPr lang="en-US" err="1"/>
              <a:t>likes_ratio</a:t>
            </a:r>
            <a:r>
              <a:rPr lang="en-US"/>
              <a:t> and </a:t>
            </a:r>
            <a:r>
              <a:rPr lang="en-US" err="1"/>
              <a:t>comments_ratio</a:t>
            </a:r>
            <a:endParaRPr lang="en-US"/>
          </a:p>
          <a:p>
            <a:r>
              <a:rPr lang="en-US"/>
              <a:t>The </a:t>
            </a:r>
            <a:r>
              <a:rPr lang="en-US" b="1"/>
              <a:t>likes ratio</a:t>
            </a:r>
            <a:r>
              <a:rPr lang="en-US"/>
              <a:t> is calculated as the proportion of likes to the total reactions, it measures how positively viewers reacted to a video on its first trending day.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</a:t>
            </a:r>
            <a:r>
              <a:rPr lang="en-US" b="1"/>
              <a:t>comments ratio</a:t>
            </a:r>
            <a:r>
              <a:rPr lang="en-US"/>
              <a:t> is calculated as the number of comments divided by the total views on the first trending day. It tells us the level of audience engagement.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9D9F7-8B0E-DADB-F5CF-B4BCB971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281" y="2295712"/>
            <a:ext cx="4343400" cy="78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E3586D-99FA-E2D2-091C-08994C1B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919" y="3898222"/>
            <a:ext cx="40513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7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9D6A-FF86-530B-8DB2-C4F288D4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FC0E6-70C6-4B95-B9AF-C34F46DD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Missing Value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24A2C5-DA4B-4A23-8060-6C3C6B9EB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878" y="2114550"/>
            <a:ext cx="5550406" cy="3956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497067-1412-59A5-FB39-B022A5AC047D}"/>
              </a:ext>
            </a:extLst>
          </p:cNvPr>
          <p:cNvSpPr txBox="1"/>
          <p:nvPr/>
        </p:nvSpPr>
        <p:spPr>
          <a:xfrm>
            <a:off x="7603351" y="4802947"/>
            <a:ext cx="3073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90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B10D-C18F-252E-AD80-78F3F208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83DB-6E53-7A2D-7EF8-987163CDF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Outlier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0794A-7F9E-1C10-D628-DCFF5BCA8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Outlier Analysis are done using z-scores on the feature or log transformations of the feature</a:t>
            </a:r>
          </a:p>
          <a:p>
            <a:r>
              <a:rPr lang="en-US">
                <a:latin typeface="Arial"/>
                <a:cs typeface="Arial"/>
              </a:rPr>
              <a:t>Z-scores&lt; -3 or z-scores &gt;3 are considered as outliers and dropped. Total 439 records have been dropped.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DC824-7062-D80B-530C-2B572DBF1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83" y="4004361"/>
            <a:ext cx="4730459" cy="953826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AFB30F6-5DEA-3765-6802-9E7D9A757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1" y="3705972"/>
            <a:ext cx="3783853" cy="22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30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9251-1DE9-B7E0-9B5A-D2916BAD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E0D2-4E35-2152-1E8C-968D6A55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Correlation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400E-AC30-92E5-048D-1BD2097F8B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/>
              <a:t>Correlation Analysis is done by calculating correlation matrix and visualizing it using heatmap.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grid of red and blue squares with white text&#10;&#10;AI-generated content may be incorrect.">
            <a:extLst>
              <a:ext uri="{FF2B5EF4-FFF2-40B4-BE49-F238E27FC236}">
                <a16:creationId xmlns:a16="http://schemas.microsoft.com/office/drawing/2014/main" id="{65E8186B-147B-1DBD-FE27-BE593473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7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AE71-B9BD-FFDC-9E91-CD17721C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52" y="208243"/>
            <a:ext cx="10515600" cy="1325563"/>
          </a:xfrm>
        </p:spPr>
        <p:txBody>
          <a:bodyPr/>
          <a:lstStyle/>
          <a:p>
            <a:r>
              <a:rPr lang="en-US">
                <a:latin typeface="Georgia"/>
              </a:rPr>
              <a:t>Distribution Fitting</a:t>
            </a:r>
            <a:endParaRPr lang="en-US"/>
          </a:p>
        </p:txBody>
      </p:sp>
      <p:pic>
        <p:nvPicPr>
          <p:cNvPr id="4" name="Content Placeholder 3" descr="A graph with a red line&#10;&#10;AI-generated content may be incorrect.">
            <a:extLst>
              <a:ext uri="{FF2B5EF4-FFF2-40B4-BE49-F238E27FC236}">
                <a16:creationId xmlns:a16="http://schemas.microsoft.com/office/drawing/2014/main" id="{3CBCB26D-F29E-8858-43B8-E61E5D607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7183" y="1711138"/>
            <a:ext cx="7580738" cy="3956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2DA21D-893F-C668-CB46-8633059499A6}"/>
              </a:ext>
            </a:extLst>
          </p:cNvPr>
          <p:cNvSpPr txBox="1"/>
          <p:nvPr/>
        </p:nvSpPr>
        <p:spPr>
          <a:xfrm>
            <a:off x="448236" y="1855467"/>
            <a:ext cx="4167127" cy="2066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Feature: likes_day1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Distribution: Lognormal Distribution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The data is highly right-skewed; taking the logarithm may approximate a 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039073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175F-ACF7-800E-22A4-02CA5BF0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89" y="165551"/>
            <a:ext cx="11152314" cy="1211076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latin typeface="Georgia"/>
              </a:rPr>
              <a:t>Final Dataset 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ED79F-57A0-668E-9CCD-ECE9D2D035B0}"/>
              </a:ext>
            </a:extLst>
          </p:cNvPr>
          <p:cNvSpPr txBox="1"/>
          <p:nvPr/>
        </p:nvSpPr>
        <p:spPr>
          <a:xfrm>
            <a:off x="258933" y="1568388"/>
            <a:ext cx="1165194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cs typeface="Arial"/>
              </a:rPr>
              <a:t>One hot encoding the categorical variable. Consisting of 11 categories. </a:t>
            </a:r>
            <a:endParaRPr lang="en-US"/>
          </a:p>
          <a:p>
            <a:endParaRPr lang="en-US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5A1E1-5618-1F16-3B41-FC0AE09C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" y="2656323"/>
            <a:ext cx="12192000" cy="18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5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691D-86DD-5D3D-5B2D-8FECD7CB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C00D-A7E1-60AC-DD53-652661D3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Hypothesis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C052-6038-AE6A-1697-4803FC9D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Based on the data, we formulated 3 hypothesis questions.</a:t>
            </a:r>
          </a:p>
          <a:p>
            <a:pPr marL="0" indent="0">
              <a:buNone/>
            </a:pPr>
            <a:endParaRPr lang="en-US"/>
          </a:p>
          <a:p>
            <a:pPr marL="514350" indent="-514350">
              <a:buAutoNum type="arabicParenR"/>
            </a:pPr>
            <a:r>
              <a:rPr lang="en-US"/>
              <a:t>Does a higher number of views on the first day lead to a higher likes ratio?</a:t>
            </a:r>
          </a:p>
          <a:p>
            <a:pPr marL="514350" indent="-514350">
              <a:buAutoNum type="arabicParenR"/>
            </a:pPr>
            <a:r>
              <a:rPr lang="en-US"/>
              <a:t>Videos with a higher comments ratio are likely to trend for a longer duration?</a:t>
            </a:r>
          </a:p>
          <a:p>
            <a:pPr marL="514350" indent="-514350">
              <a:buAutoNum type="arabicParenR"/>
            </a:pPr>
            <a:r>
              <a:rPr lang="en-US"/>
              <a:t>Different categories have significantly different average trending durations?</a:t>
            </a:r>
          </a:p>
        </p:txBody>
      </p:sp>
    </p:spTree>
    <p:extLst>
      <p:ext uri="{BB962C8B-B14F-4D97-AF65-F5344CB8AC3E}">
        <p14:creationId xmlns:p14="http://schemas.microsoft.com/office/powerpoint/2010/main" val="351189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44FD6-ADB9-B0F9-63D4-32712ACE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3693-BDFD-577D-11F6-768B2558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latin typeface="Georgia"/>
              </a:rPr>
              <a:t>Stage III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407994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FC8E-B4CC-153D-B600-54C7DC38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665724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Hypothesis Verification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B2FEA-59EF-7782-2821-5DC450E65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716349"/>
            <a:ext cx="11356622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Hypothesis Question : Does a higher number of views on the first day lead to a higher likes ratio?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For this hypothesis Pearson correlation was used. Pearson correlation test was used as both features are continuous. 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correlation value: 0.043 and p-value: 0.0009.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 This test gave p-value lower than the significance level of 0.05, proving that the null hypothesis H0 will be rejected.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4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304A-609D-50B0-872A-FB9BF31A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1769-DC09-3E89-F80B-4CF9D256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1845"/>
            <a:ext cx="10240903" cy="695606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Hypothesis Verification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FBEE-7BD6-64EA-54EC-236C9F51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Hypothesis Question : Videos with a higher comments ratio are likely to trend for a longer duration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Spearman Rank Correlation Test is the most appropriate statistical method because we are examining the relationship between two continuous variables, comments ratio and trending duration. 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Spearman Correlation Test Results: 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Test Statistic (ρ): 0.1703 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P-value: 1.5584e-39</a:t>
            </a:r>
          </a:p>
          <a:p>
            <a:pPr>
              <a:buNone/>
            </a:pPr>
            <a:r>
              <a:rPr lang="en-US">
                <a:latin typeface="Arial"/>
                <a:cs typeface="Arial"/>
              </a:rPr>
              <a:t>This test gave p-value lower than the significance level of 0.05,proving that the null hypothesis H0 will be rejected.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92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6AEC-1C2C-AAC2-DBF1-612C0B43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C12D-C13D-32FD-58D3-9DB63DE1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1375"/>
            <a:ext cx="10240903" cy="740429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Georgia"/>
              </a:rPr>
              <a:t>Hypothesis Verification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4F95-22BE-EED8-C34E-A844E1D5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Hypothesis Question : Different categories have significantly different average trending durations?</a:t>
            </a:r>
          </a:p>
          <a:p>
            <a:pPr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Because we are comparing the means of a continuous variable (trending duration) across multiple categories, the right test is: One-Way ANOVA (Analysis of Variance) It checks if the mean trending durations differ significantly among categories.</a:t>
            </a:r>
          </a:p>
          <a:p>
            <a:pPr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F-statistic: 13.9511 and p-value: 1.37 × 10⁻³⁵.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 This test gave p-value lower than the significance level of 0.05,proving that the null hypothesis H0 will be rejected.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3DA7-28B2-7E0A-CFCF-7DF7D33A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7478-F429-9911-C7C1-19E6305F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5316"/>
            <a:ext cx="10240903" cy="732958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Feature Selection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31FF-18C1-844B-5E93-EB4F9471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737"/>
            <a:ext cx="10515600" cy="5426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To check what features were most aligned with the target variable we used Pearson correlation.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27440EE-2EFA-5945-9379-9365FFFC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764" y="1847901"/>
            <a:ext cx="8031981" cy="41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51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92CD-83BE-3781-1955-54DF7967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920F-0383-6C90-1BB8-4FC58BB4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849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Georgia"/>
              </a:rPr>
              <a:t>Machine Learning-Baseline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E993-6236-F5E2-AA46-D46B1B2C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86" y="972509"/>
            <a:ext cx="11662228" cy="5531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We modeled the model with different degrees like 1,2,3 and 5 and compared the performance.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Model Performance Summary: 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Degree        R²       RMSE 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 1    0.052633  4.003865       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    2    0.055264  3.998301 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 3    0.004140  4.105060 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 5   -0.006596  4.127128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702ED-ADFA-C1AC-41E7-43196DD4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286" y="1523999"/>
            <a:ext cx="7787646" cy="441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8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949C-CB35-02AA-AFA7-EA7D707D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E990-DDCD-EDEA-0243-2492CA66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9786"/>
            <a:ext cx="10240903" cy="732959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0062-9DC2-0563-5884-8EF2CA79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6CE5A-F836-0F61-9F1D-87BAF938085E}"/>
              </a:ext>
            </a:extLst>
          </p:cNvPr>
          <p:cNvSpPr txBox="1"/>
          <p:nvPr/>
        </p:nvSpPr>
        <p:spPr>
          <a:xfrm>
            <a:off x="570767" y="1560576"/>
            <a:ext cx="11450093" cy="38359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The parameters used for this model are max depth and min sample split, defined as 5 and 20 respectively. This model was evaluated using R2 and MSE.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MSE : 16.2703, large prediction errors.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R2 Score : 0.0343, does not fit the data. 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Feature Importance interpreted using Decision Tree.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666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179F-7CFE-BBBD-10EA-75FBBA54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6AE7-5B6F-0606-C851-9F14681A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832505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EE415-4D77-5CE2-EA50-5306E133C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 descr="A graph with blue and black text&#10;&#10;AI-generated content may be incorrect.">
            <a:extLst>
              <a:ext uri="{FF2B5EF4-FFF2-40B4-BE49-F238E27FC236}">
                <a16:creationId xmlns:a16="http://schemas.microsoft.com/office/drawing/2014/main" id="{1DAE5EDB-9425-17B7-F3CB-EEDB09EE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626" y="827185"/>
            <a:ext cx="6570072" cy="53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14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F535-13BA-50DF-0ABA-33502673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98B2-7FB8-E0C1-235F-B48D78F1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523783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Georgia"/>
              </a:rPr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E39D-58CD-A165-D06C-8CFCD9356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The parameters used for this model are </a:t>
            </a:r>
            <a:r>
              <a:rPr lang="en-US" err="1">
                <a:latin typeface="Arial"/>
                <a:cs typeface="Arial"/>
              </a:rPr>
              <a:t>n_estimators</a:t>
            </a:r>
            <a:r>
              <a:rPr lang="en-US">
                <a:latin typeface="Arial"/>
                <a:cs typeface="Arial"/>
              </a:rPr>
              <a:t> defined as 100. This model was evaluated using R2 and MSE.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Random Forest Regression Results: 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MSE: 9.5561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Lower prediction errors 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R²: 0.4328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Fits data better 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1F8682DC-7940-76A2-D3D0-BE29B0BA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76" y="2354350"/>
            <a:ext cx="5939218" cy="351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39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D9B1-92BC-CD2D-4D50-407A02A1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6468-8EFB-B428-47F5-B5C1EA0E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483" y="456904"/>
            <a:ext cx="10592020" cy="874900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Georgia"/>
              </a:rPr>
              <a:t>Machine Learning-SVM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D140-10F1-1ACF-5A05-F4E62CF3E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4884"/>
            <a:ext cx="7859806" cy="13513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Mean Squared Error (MSE): 15.7650
R² Score: 0.0643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73CDA9-BF32-77E0-8EB1-DF76B72E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192" y="2009774"/>
            <a:ext cx="4225177" cy="36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02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E66E-EE7B-270F-3E53-4CAAA3A1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9AA5-AB7F-8E96-9063-B95365EF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620900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Model Comparison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CE8D-38C7-C86E-AF1B-DBCAEF757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6473"/>
            <a:ext cx="10515600" cy="178842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Best-performing model: Random Forest Regressor</a:t>
            </a:r>
            <a:endParaRPr lang="en-US" b="1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Its advantage lies in leveraging an ensemble of multiple decision trees to capture nonlinear relationships and reduce overfitting, making Random Forest the best-performing model among the four.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2492A2-CFA1-25AD-F2B1-74C89133F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4" y="1690183"/>
            <a:ext cx="10929471" cy="207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72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7D6C-494B-B643-B88B-516AE617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B778-C0F0-28EE-6A33-D6E0BC61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latin typeface="Georgia"/>
              </a:rPr>
              <a:t>Stage IV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44563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2212-DDCC-0C53-1353-8941A409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E05C-838D-4F6B-8865-068D295E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0"/>
            <a:ext cx="10515600" cy="690563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Model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C8616-57A1-6995-8D05-17E633CE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10515600" cy="47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88118-4225-938C-AA91-99AE83DA4CBA}"/>
              </a:ext>
            </a:extLst>
          </p:cNvPr>
          <p:cNvSpPr txBox="1"/>
          <p:nvPr/>
        </p:nvSpPr>
        <p:spPr>
          <a:xfrm>
            <a:off x="710213" y="880368"/>
            <a:ext cx="1052003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cs typeface="Arial"/>
              </a:rPr>
              <a:t>The random forest model showed the best regression results according to R-squared and RMSE.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We now use 5-fold cross validation to check whether this model generalizes well on different splits of data.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Performed hyperparameter tuning on this model.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parameters n estimators: [100,200, 300], max depth: [None, 10, 20], min samples split: [2, 5], and max features: [’sqrt’, ’log2’]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model selected the best parameters to be n estimators: 300, max depth: None, min samples split: 2, and </a:t>
            </a:r>
            <a:r>
              <a:rPr lang="en-US" sz="2400" err="1">
                <a:ea typeface="+mn-lt"/>
                <a:cs typeface="+mn-lt"/>
              </a:rPr>
              <a:t>max_features</a:t>
            </a:r>
            <a:r>
              <a:rPr lang="en-US" sz="2400">
                <a:ea typeface="+mn-lt"/>
                <a:cs typeface="+mn-lt"/>
              </a:rPr>
              <a:t>: sqrt. </a:t>
            </a:r>
          </a:p>
          <a:p>
            <a:pPr marL="285750" indent="-28575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cs typeface="Arial"/>
            </a:endParaRPr>
          </a:p>
        </p:txBody>
      </p:sp>
      <p:pic>
        <p:nvPicPr>
          <p:cNvPr id="6" name="Picture 5" descr="A black and white text with numbers and a black text&#10;&#10;AI-generated content may be incorrect.">
            <a:extLst>
              <a:ext uri="{FF2B5EF4-FFF2-40B4-BE49-F238E27FC236}">
                <a16:creationId xmlns:a16="http://schemas.microsoft.com/office/drawing/2014/main" id="{A96D62A7-CEAC-89DC-12CF-69B0F4179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79" y="4451708"/>
            <a:ext cx="8579528" cy="186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91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F3EB-F4E6-D81F-903E-3133A706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08"/>
            <a:ext cx="10515600" cy="735386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Model Visualization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309398-8999-BE02-F915-9ABCDCDFB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5773" y="852636"/>
            <a:ext cx="7897890" cy="55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00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8C48-8909-915E-6630-DC41C8A7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Interactive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01AA-5854-2984-374E-5852860E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latin typeface="Arial"/>
              <a:cs typeface="Arial"/>
            </a:endParaRPr>
          </a:p>
          <a:p>
            <a:endParaRPr lang="en-US"/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7AEC3C13-030F-85E3-CEDB-193ACFA52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955" y="1390929"/>
            <a:ext cx="6108887" cy="4076141"/>
          </a:xfrm>
          <a:prstGeom prst="rect">
            <a:avLst/>
          </a:prstGeom>
        </p:spPr>
      </p:pic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87BB66CE-9A69-BAF5-9849-D4A4D96A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" y="1437154"/>
            <a:ext cx="6127937" cy="407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01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C041-34DB-14B8-2CC1-D393CE33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654" y="-161136"/>
            <a:ext cx="10240903" cy="1233488"/>
          </a:xfrm>
        </p:spPr>
        <p:txBody>
          <a:bodyPr/>
          <a:lstStyle/>
          <a:p>
            <a:pPr algn="ctr"/>
            <a:r>
              <a:rPr lang="en-US">
                <a:latin typeface="Georgia"/>
              </a:rPr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A1C35-E390-F75B-5CC9-A86E7772F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Experiment using advanced strategies like </a:t>
            </a:r>
            <a:r>
              <a:rPr lang="en-US" b="1">
                <a:latin typeface="Arial"/>
                <a:cs typeface="Arial"/>
              </a:rPr>
              <a:t>Bootstrap Aggregation</a:t>
            </a:r>
            <a:r>
              <a:rPr lang="en-US">
                <a:latin typeface="Arial"/>
                <a:cs typeface="Arial"/>
              </a:rPr>
              <a:t> (bagging), </a:t>
            </a:r>
            <a:r>
              <a:rPr lang="en-US" b="1">
                <a:latin typeface="Arial"/>
                <a:cs typeface="Arial"/>
              </a:rPr>
              <a:t>Boosting</a:t>
            </a:r>
            <a:r>
              <a:rPr lang="en-US">
                <a:latin typeface="Arial"/>
                <a:cs typeface="Arial"/>
              </a:rPr>
              <a:t>, random subspace method for better performance.</a:t>
            </a:r>
          </a:p>
          <a:p>
            <a:r>
              <a:rPr lang="en-US">
                <a:latin typeface="Arial"/>
                <a:cs typeface="Arial"/>
              </a:rPr>
              <a:t>Perform </a:t>
            </a:r>
            <a:r>
              <a:rPr lang="en-US" b="1">
                <a:latin typeface="Arial"/>
                <a:cs typeface="Arial"/>
              </a:rPr>
              <a:t>Feature Engineering</a:t>
            </a:r>
            <a:r>
              <a:rPr lang="en-US">
                <a:latin typeface="Arial"/>
                <a:cs typeface="Arial"/>
              </a:rPr>
              <a:t> to include more features.</a:t>
            </a:r>
          </a:p>
        </p:txBody>
      </p:sp>
    </p:spTree>
    <p:extLst>
      <p:ext uri="{BB962C8B-B14F-4D97-AF65-F5344CB8AC3E}">
        <p14:creationId xmlns:p14="http://schemas.microsoft.com/office/powerpoint/2010/main" val="3161771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1E6FF3-6F23-CED7-CA8F-179DEF000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3007" y="2970756"/>
            <a:ext cx="6985986" cy="2284114"/>
          </a:xfrm>
        </p:spPr>
        <p:txBody>
          <a:bodyPr lIns="91440" tIns="45720" rIns="91440" bIns="45720" anchor="t">
            <a:normAutofit fontScale="92500"/>
          </a:bodyPr>
          <a:lstStyle/>
          <a:p>
            <a:r>
              <a:rPr lang="en-US">
                <a:cs typeface="Arial"/>
              </a:rPr>
              <a:t>Thank you for listening!</a:t>
            </a:r>
            <a:endParaRPr lang="en-US"/>
          </a:p>
          <a:p>
            <a:r>
              <a:rPr lang="en-US">
                <a:cs typeface="Arial"/>
              </a:rPr>
              <a:t>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983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UNCG_ End_Thank You Slides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ECB62C7-43E4-49D6-897F-BE15A65DDFED}" vid="{A6205726-1400-45D6-8DDD-D3C71C5BF93F}"/>
    </a:ext>
  </a:extLst>
</a:theme>
</file>

<file path=ppt/theme/theme3.xml><?xml version="1.0" encoding="utf-8"?>
<a:theme xmlns:a="http://schemas.openxmlformats.org/drawingml/2006/main" name="UNCG Navy Background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ECB62C7-43E4-49D6-897F-BE15A65DDFED}" vid="{E46950CF-BB60-4D79-B6C8-B17A544D2152}"/>
    </a:ext>
  </a:extLst>
</a:theme>
</file>

<file path=ppt/theme/theme4.xml><?xml version="1.0" encoding="utf-8"?>
<a:theme xmlns:a="http://schemas.openxmlformats.org/drawingml/2006/main" name="UNCG White Background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ECB62C7-43E4-49D6-897F-BE15A65DDFED}" vid="{14A34B68-982E-46B3-8F07-518A67D0A89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UNCG Cover-Projection Slides</Template>
  <Application>Microsoft Office PowerPoint</Application>
  <PresentationFormat>Widescreen</PresentationFormat>
  <Slides>29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GradientRiseVTI</vt:lpstr>
      <vt:lpstr>UNCG_ End_Thank You Slides</vt:lpstr>
      <vt:lpstr>UNCG Navy Background</vt:lpstr>
      <vt:lpstr>UNCG White Background</vt:lpstr>
      <vt:lpstr>YouTube Trending Video Analysis </vt:lpstr>
      <vt:lpstr>Stage I&amp;II</vt:lpstr>
      <vt:lpstr>Objective</vt:lpstr>
      <vt:lpstr>Data </vt:lpstr>
      <vt:lpstr>Preprocessing </vt:lpstr>
      <vt:lpstr>Feature Exploration </vt:lpstr>
      <vt:lpstr>Missing Value Analysis</vt:lpstr>
      <vt:lpstr>Outlier Analysis</vt:lpstr>
      <vt:lpstr>Correlation Analysis </vt:lpstr>
      <vt:lpstr>Distribution Fitting</vt:lpstr>
      <vt:lpstr>Final Dataset </vt:lpstr>
      <vt:lpstr>Hypothesis </vt:lpstr>
      <vt:lpstr>Stage III</vt:lpstr>
      <vt:lpstr>Hypothesis Verification </vt:lpstr>
      <vt:lpstr>Hypothesis Verification </vt:lpstr>
      <vt:lpstr>Hypothesis Verification </vt:lpstr>
      <vt:lpstr>Feature Selection</vt:lpstr>
      <vt:lpstr>Machine Learning-Baseline</vt:lpstr>
      <vt:lpstr>Decision Tree</vt:lpstr>
      <vt:lpstr>Decision Tree</vt:lpstr>
      <vt:lpstr>Random Forest</vt:lpstr>
      <vt:lpstr>Machine Learning-SVM</vt:lpstr>
      <vt:lpstr>Model Comparison </vt:lpstr>
      <vt:lpstr>Stage IV</vt:lpstr>
      <vt:lpstr>Model Validation</vt:lpstr>
      <vt:lpstr>Model Visualization</vt:lpstr>
      <vt:lpstr>Interactive 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 Desai</dc:creator>
  <cp:revision>5</cp:revision>
  <dcterms:created xsi:type="dcterms:W3CDTF">2025-10-21T15:14:22Z</dcterms:created>
  <dcterms:modified xsi:type="dcterms:W3CDTF">2025-12-03T04:18:24Z</dcterms:modified>
</cp:coreProperties>
</file>